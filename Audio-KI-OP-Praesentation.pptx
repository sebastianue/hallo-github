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697D9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89" y="2331720"/>
            <a:ext cx="8377621" cy="210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554480"/>
            <a:ext cx="5577840" cy="2941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19,7 Mrd. $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1280160"/>
              </a:tblGrid>
              <a:tr h="4180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5E3A"/>
                          </a:solidFill>
                          <a:latin typeface="Calibri"/>
                        </a:rPr>
                        <a:t>Intraoperative Doku, per API ins KIS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Alle drängen in denselben Topf – den OP-Saal bedient niemand.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266" y="1481328"/>
            <a:ext cx="6017467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09728" cy="676656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5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86584"/>
            <a:ext cx="109728" cy="676656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5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72968"/>
            <a:ext cx="109728" cy="6766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5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9352"/>
            <a:ext cx="109728" cy="6766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50" b="0">
                <a:solidFill>
                  <a:srgbClr val="434343"/>
                </a:solidFill>
                <a:latin typeface="Calibri"/>
              </a:rPr>
              <a:t>UKE baute sich selbst eine Lösung (ORPHEUS), TU München forscht, 98 % einer Umfrage finden es wünschenswert.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Plan: 6 Wochen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806" y="1481328"/>
            <a:ext cx="6450387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Mehrere Klinik-Gespräche, Recht &amp; erste Pilot-Anbahnung – danach klare Go/No-Go-Empfehlung mit Zahlen.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2872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~6 Wochen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6 Wochen, dann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weiß ich, ob es sich lohnt."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