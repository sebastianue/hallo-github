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697D9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86" y="2468880"/>
            <a:ext cx="7931426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00200"/>
            <a:ext cx="5486400" cy="274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19,7 Mrd. $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Intraoperative Doku, per API ins KIS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Alle drängen in denselben Topf – den OP-Saal bedient niemand.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26" y="1554480"/>
            <a:ext cx="6355547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Plan: 4 Wochen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668" y="1554480"/>
            <a:ext cx="6876663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D96"/>
                </a:solidFill>
                <a:latin typeface="Calibri"/>
              </a:rPr>
              <a:t>Ich spreche mit ~5 Kliniken und liefere eine klare Go/No-Go-Empfehlung mit Zahlen.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508760"/>
            <a:ext cx="5029200" cy="235124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~4 Wochen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4 Wochen, dann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