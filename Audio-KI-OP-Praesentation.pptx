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7589519" cy="210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040" y="1554480"/>
            <a:ext cx="55239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≈ 18 Mrd. 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8046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1280160"/>
              </a:tblGrid>
              <a:tr h="41801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25400" marB="25400" marL="76200" anchor="ctr">
                    <a:solidFill>
                      <a:srgbClr val="26529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EEEEE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E5E3A"/>
                          </a:solidFill>
                          <a:latin typeface="Calibri"/>
                        </a:rPr>
                        <a:t>Intraoperative Doku, per API ins KIS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25400" marB="254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Alle drängen in denselben Topf – den OP-Saal bedient niemand.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86" y="1481328"/>
            <a:ext cx="5654426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09728" cy="676656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5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86584"/>
            <a:ext cx="109728" cy="676656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86584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5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72968"/>
            <a:ext cx="109728" cy="67665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5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59352"/>
            <a:ext cx="109728" cy="67665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9352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50" b="0">
                <a:solidFill>
                  <a:srgbClr val="434343"/>
                </a:solidFill>
                <a:latin typeface="Calibri"/>
              </a:rPr>
              <a:t>UKE baute sich selbst eine Lösung (ORPHEUS), TU München forscht, 98 % einer Umfrage finden es wünschenswert.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353" y="1481328"/>
            <a:ext cx="445929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Plan: 6 Wochen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606" y="1481328"/>
            <a:ext cx="6092787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Mehrere Klinik-Gespräche, Recht &amp; erste Pilot-Anbahnung – danach klare Go/No-Go-Empfehlung mit Zahlen.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Diszipliniert: Go oder No-Go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30256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89320" y="1691640"/>
            <a:ext cx="2743200" cy="265176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828800"/>
            <a:ext cx="2423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Was ich von euch brauche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Zeit:  ~6 Wochen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Budget:  gering, keine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34343"/>
                </a:solidFill>
                <a:latin typeface="Calibri"/>
              </a:rPr>
              <a:t>   Entwicklung in dieser Phase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Kontakte:  1–2 Kliniken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„Gebt mir 6 Wochen, dann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weiß ich, ob es sich lohnt."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