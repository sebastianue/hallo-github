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35" r:id="rId1"/>
    <p:sldMasterId id="2147483849" r:id="rId2"/>
  </p:sldMasterIdLst>
  <p:notesMasterIdLst>
    <p:notesMasterId r:id="rId6"/>
  </p:notesMasterIdLst>
  <p:sldIdLst>
    <p:sldId id="472" r:id="rId3"/>
    <p:sldId id="473" r:id="rId5"/>
    <p:sldId id="474" r:id="rId4"/>
    <p:sldId id="475" r:id="rId20"/>
    <p:sldId id="476" r:id="rId21"/>
    <p:sldId id="477" r:id="rId22"/>
    <p:sldId id="478" r:id="rId23"/>
    <p:sldId id="479" r:id="rId24"/>
    <p:sldId id="480" r:id="rId25"/>
  </p:sldIdLst>
  <p:sldSz cx="9144000" cy="5143500" type="screen16x9"/>
  <p:notesSz cx="6858000" cy="9144000"/>
  <p:embeddedFontLst>
    <p:embeddedFont>
      <p:font typeface="Catamaran Light" panose="020B0604020202020204" charset="0"/>
      <p:regular r:id="rId7"/>
      <p:bold r:id="rId8"/>
    </p:embeddedFont>
    <p:embeddedFont>
      <p:font typeface="Livvic" pitchFamily="2" charset="0"/>
      <p:regular r:id="rId9"/>
      <p:bold r:id="rId10"/>
      <p:italic r:id="rId11"/>
      <p:boldItalic r:id="rId12"/>
    </p:embeddedFont>
    <p:embeddedFont>
      <p:font typeface="Rajdhani" panose="020000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5566"/>
    <a:srgbClr val="657E93"/>
    <a:srgbClr val="3F4A5B"/>
    <a:srgbClr val="0F5A8E"/>
    <a:srgbClr val="007FA5"/>
    <a:srgbClr val="647C90"/>
    <a:srgbClr val="58585A"/>
    <a:srgbClr val="000000"/>
    <a:srgbClr val="0F79A1"/>
    <a:srgbClr val="212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F137A4-5C18-4CAB-A9C6-180C8D302EA5}">
  <a:tblStyle styleId="{F1F137A4-5C18-4CAB-A9C6-180C8D302E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85087" autoAdjust="0"/>
  </p:normalViewPr>
  <p:slideViewPr>
    <p:cSldViewPr snapToGrid="0">
      <p:cViewPr varScale="1">
        <p:scale>
          <a:sx n="178" d="100"/>
          <a:sy n="178" d="100"/>
        </p:scale>
        <p:origin x="3900" y="1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Ueberwolf" userId="b369b639-5320-4a66-8007-93f0f8052dbf" providerId="ADAL" clId="{9F4DABB5-68D7-4181-AD38-6951E0067D00}"/>
    <pc:docChg chg="delSld">
      <pc:chgData name="Sebastian Ueberwolf" userId="b369b639-5320-4a66-8007-93f0f8052dbf" providerId="ADAL" clId="{9F4DABB5-68D7-4181-AD38-6951E0067D00}" dt="2026-06-19T09:22:25.525" v="32" actId="47"/>
      <pc:docMkLst>
        <pc:docMk/>
      </pc:docMkLst>
      <pc:sldChg chg="del">
        <pc:chgData name="Sebastian Ueberwolf" userId="b369b639-5320-4a66-8007-93f0f8052dbf" providerId="ADAL" clId="{9F4DABB5-68D7-4181-AD38-6951E0067D00}" dt="2026-06-19T09:22:14.520" v="20" actId="47"/>
        <pc:sldMkLst>
          <pc:docMk/>
          <pc:sldMk cId="0" sldId="278"/>
        </pc:sldMkLst>
      </pc:sldChg>
      <pc:sldChg chg="del">
        <pc:chgData name="Sebastian Ueberwolf" userId="b369b639-5320-4a66-8007-93f0f8052dbf" providerId="ADAL" clId="{9F4DABB5-68D7-4181-AD38-6951E0067D00}" dt="2026-06-19T09:22:25.525" v="32" actId="47"/>
        <pc:sldMkLst>
          <pc:docMk/>
          <pc:sldMk cId="0" sldId="281"/>
        </pc:sldMkLst>
      </pc:sldChg>
      <pc:sldChg chg="del">
        <pc:chgData name="Sebastian Ueberwolf" userId="b369b639-5320-4a66-8007-93f0f8052dbf" providerId="ADAL" clId="{9F4DABB5-68D7-4181-AD38-6951E0067D00}" dt="2026-06-19T09:22:13.837" v="19" actId="47"/>
        <pc:sldMkLst>
          <pc:docMk/>
          <pc:sldMk cId="3470734336" sldId="297"/>
        </pc:sldMkLst>
      </pc:sldChg>
      <pc:sldChg chg="del">
        <pc:chgData name="Sebastian Ueberwolf" userId="b369b639-5320-4a66-8007-93f0f8052dbf" providerId="ADAL" clId="{9F4DABB5-68D7-4181-AD38-6951E0067D00}" dt="2026-06-19T09:18:21.213" v="2" actId="47"/>
        <pc:sldMkLst>
          <pc:docMk/>
          <pc:sldMk cId="0" sldId="330"/>
        </pc:sldMkLst>
      </pc:sldChg>
      <pc:sldChg chg="del">
        <pc:chgData name="Sebastian Ueberwolf" userId="b369b639-5320-4a66-8007-93f0f8052dbf" providerId="ADAL" clId="{9F4DABB5-68D7-4181-AD38-6951E0067D00}" dt="2026-06-19T09:20:39.394" v="16" actId="47"/>
        <pc:sldMkLst>
          <pc:docMk/>
          <pc:sldMk cId="3332359231" sldId="334"/>
        </pc:sldMkLst>
      </pc:sldChg>
      <pc:sldChg chg="del">
        <pc:chgData name="Sebastian Ueberwolf" userId="b369b639-5320-4a66-8007-93f0f8052dbf" providerId="ADAL" clId="{9F4DABB5-68D7-4181-AD38-6951E0067D00}" dt="2026-06-19T09:22:24.519" v="31" actId="47"/>
        <pc:sldMkLst>
          <pc:docMk/>
          <pc:sldMk cId="2295486066" sldId="335"/>
        </pc:sldMkLst>
      </pc:sldChg>
      <pc:sldChg chg="del">
        <pc:chgData name="Sebastian Ueberwolf" userId="b369b639-5320-4a66-8007-93f0f8052dbf" providerId="ADAL" clId="{9F4DABB5-68D7-4181-AD38-6951E0067D00}" dt="2026-06-19T09:20:42.623" v="17" actId="47"/>
        <pc:sldMkLst>
          <pc:docMk/>
          <pc:sldMk cId="620625929" sldId="369"/>
        </pc:sldMkLst>
      </pc:sldChg>
      <pc:sldChg chg="del">
        <pc:chgData name="Sebastian Ueberwolf" userId="b369b639-5320-4a66-8007-93f0f8052dbf" providerId="ADAL" clId="{9F4DABB5-68D7-4181-AD38-6951E0067D00}" dt="2026-06-19T09:20:35.901" v="14" actId="47"/>
        <pc:sldMkLst>
          <pc:docMk/>
          <pc:sldMk cId="2941588710" sldId="372"/>
        </pc:sldMkLst>
      </pc:sldChg>
      <pc:sldChg chg="del">
        <pc:chgData name="Sebastian Ueberwolf" userId="b369b639-5320-4a66-8007-93f0f8052dbf" providerId="ADAL" clId="{9F4DABB5-68D7-4181-AD38-6951E0067D00}" dt="2026-06-19T09:18:28.723" v="3" actId="47"/>
        <pc:sldMkLst>
          <pc:docMk/>
          <pc:sldMk cId="3964562819" sldId="404"/>
        </pc:sldMkLst>
      </pc:sldChg>
      <pc:sldChg chg="del">
        <pc:chgData name="Sebastian Ueberwolf" userId="b369b639-5320-4a66-8007-93f0f8052dbf" providerId="ADAL" clId="{9F4DABB5-68D7-4181-AD38-6951E0067D00}" dt="2026-06-19T09:22:15.125" v="21" actId="47"/>
        <pc:sldMkLst>
          <pc:docMk/>
          <pc:sldMk cId="2050415102" sldId="492"/>
        </pc:sldMkLst>
      </pc:sldChg>
      <pc:sldChg chg="del">
        <pc:chgData name="Sebastian Ueberwolf" userId="b369b639-5320-4a66-8007-93f0f8052dbf" providerId="ADAL" clId="{9F4DABB5-68D7-4181-AD38-6951E0067D00}" dt="2026-06-19T09:22:21.281" v="27" actId="47"/>
        <pc:sldMkLst>
          <pc:docMk/>
          <pc:sldMk cId="2190273714" sldId="501"/>
        </pc:sldMkLst>
      </pc:sldChg>
      <pc:sldChg chg="del">
        <pc:chgData name="Sebastian Ueberwolf" userId="b369b639-5320-4a66-8007-93f0f8052dbf" providerId="ADAL" clId="{9F4DABB5-68D7-4181-AD38-6951E0067D00}" dt="2026-06-19T09:22:21.900" v="28" actId="47"/>
        <pc:sldMkLst>
          <pc:docMk/>
          <pc:sldMk cId="4021896936" sldId="502"/>
        </pc:sldMkLst>
      </pc:sldChg>
      <pc:sldChg chg="del">
        <pc:chgData name="Sebastian Ueberwolf" userId="b369b639-5320-4a66-8007-93f0f8052dbf" providerId="ADAL" clId="{9F4DABB5-68D7-4181-AD38-6951E0067D00}" dt="2026-06-19T09:19:16.726" v="8" actId="47"/>
        <pc:sldMkLst>
          <pc:docMk/>
          <pc:sldMk cId="3397711090" sldId="503"/>
        </pc:sldMkLst>
      </pc:sldChg>
      <pc:sldChg chg="del">
        <pc:chgData name="Sebastian Ueberwolf" userId="b369b639-5320-4a66-8007-93f0f8052dbf" providerId="ADAL" clId="{9F4DABB5-68D7-4181-AD38-6951E0067D00}" dt="2026-06-19T09:19:17.914" v="9" actId="47"/>
        <pc:sldMkLst>
          <pc:docMk/>
          <pc:sldMk cId="1001296345" sldId="504"/>
        </pc:sldMkLst>
      </pc:sldChg>
      <pc:sldChg chg="del">
        <pc:chgData name="Sebastian Ueberwolf" userId="b369b639-5320-4a66-8007-93f0f8052dbf" providerId="ADAL" clId="{9F4DABB5-68D7-4181-AD38-6951E0067D00}" dt="2026-06-19T09:19:18.973" v="10" actId="47"/>
        <pc:sldMkLst>
          <pc:docMk/>
          <pc:sldMk cId="2816113376" sldId="505"/>
        </pc:sldMkLst>
      </pc:sldChg>
      <pc:sldChg chg="del">
        <pc:chgData name="Sebastian Ueberwolf" userId="b369b639-5320-4a66-8007-93f0f8052dbf" providerId="ADAL" clId="{9F4DABB5-68D7-4181-AD38-6951E0067D00}" dt="2026-06-19T09:22:22.752" v="29" actId="47"/>
        <pc:sldMkLst>
          <pc:docMk/>
          <pc:sldMk cId="4072006883" sldId="506"/>
        </pc:sldMkLst>
      </pc:sldChg>
      <pc:sldChg chg="del">
        <pc:chgData name="Sebastian Ueberwolf" userId="b369b639-5320-4a66-8007-93f0f8052dbf" providerId="ADAL" clId="{9F4DABB5-68D7-4181-AD38-6951E0067D00}" dt="2026-06-19T09:19:43.894" v="11" actId="47"/>
        <pc:sldMkLst>
          <pc:docMk/>
          <pc:sldMk cId="3981293258" sldId="507"/>
        </pc:sldMkLst>
      </pc:sldChg>
      <pc:sldChg chg="del">
        <pc:chgData name="Sebastian Ueberwolf" userId="b369b639-5320-4a66-8007-93f0f8052dbf" providerId="ADAL" clId="{9F4DABB5-68D7-4181-AD38-6951E0067D00}" dt="2026-06-19T09:19:58.263" v="12" actId="47"/>
        <pc:sldMkLst>
          <pc:docMk/>
          <pc:sldMk cId="3141250790" sldId="508"/>
        </pc:sldMkLst>
      </pc:sldChg>
      <pc:sldChg chg="del">
        <pc:chgData name="Sebastian Ueberwolf" userId="b369b639-5320-4a66-8007-93f0f8052dbf" providerId="ADAL" clId="{9F4DABB5-68D7-4181-AD38-6951E0067D00}" dt="2026-06-19T09:22:15.963" v="22" actId="47"/>
        <pc:sldMkLst>
          <pc:docMk/>
          <pc:sldMk cId="1627587574" sldId="512"/>
        </pc:sldMkLst>
      </pc:sldChg>
      <pc:sldChg chg="del">
        <pc:chgData name="Sebastian Ueberwolf" userId="b369b639-5320-4a66-8007-93f0f8052dbf" providerId="ADAL" clId="{9F4DABB5-68D7-4181-AD38-6951E0067D00}" dt="2026-06-19T09:22:16.471" v="23" actId="47"/>
        <pc:sldMkLst>
          <pc:docMk/>
          <pc:sldMk cId="2321768700" sldId="520"/>
        </pc:sldMkLst>
      </pc:sldChg>
      <pc:sldChg chg="del">
        <pc:chgData name="Sebastian Ueberwolf" userId="b369b639-5320-4a66-8007-93f0f8052dbf" providerId="ADAL" clId="{9F4DABB5-68D7-4181-AD38-6951E0067D00}" dt="2026-06-19T09:22:18.814" v="25" actId="47"/>
        <pc:sldMkLst>
          <pc:docMk/>
          <pc:sldMk cId="1592594551" sldId="521"/>
        </pc:sldMkLst>
      </pc:sldChg>
      <pc:sldChg chg="del">
        <pc:chgData name="Sebastian Ueberwolf" userId="b369b639-5320-4a66-8007-93f0f8052dbf" providerId="ADAL" clId="{9F4DABB5-68D7-4181-AD38-6951E0067D00}" dt="2026-06-19T09:22:23.800" v="30" actId="47"/>
        <pc:sldMkLst>
          <pc:docMk/>
          <pc:sldMk cId="3509910936" sldId="522"/>
        </pc:sldMkLst>
      </pc:sldChg>
      <pc:sldChg chg="del">
        <pc:chgData name="Sebastian Ueberwolf" userId="b369b639-5320-4a66-8007-93f0f8052dbf" providerId="ADAL" clId="{9F4DABB5-68D7-4181-AD38-6951E0067D00}" dt="2026-06-19T09:20:35.933" v="15" actId="47"/>
        <pc:sldMkLst>
          <pc:docMk/>
          <pc:sldMk cId="1707570652" sldId="523"/>
        </pc:sldMkLst>
      </pc:sldChg>
      <pc:sldChg chg="del">
        <pc:chgData name="Sebastian Ueberwolf" userId="b369b639-5320-4a66-8007-93f0f8052dbf" providerId="ADAL" clId="{9F4DABB5-68D7-4181-AD38-6951E0067D00}" dt="2026-06-19T09:22:17.637" v="24" actId="47"/>
        <pc:sldMkLst>
          <pc:docMk/>
          <pc:sldMk cId="3061221842" sldId="528"/>
        </pc:sldMkLst>
      </pc:sldChg>
      <pc:sldChg chg="del">
        <pc:chgData name="Sebastian Ueberwolf" userId="b369b639-5320-4a66-8007-93f0f8052dbf" providerId="ADAL" clId="{9F4DABB5-68D7-4181-AD38-6951E0067D00}" dt="2026-06-19T09:22:20.663" v="26" actId="47"/>
        <pc:sldMkLst>
          <pc:docMk/>
          <pc:sldMk cId="3274931093" sldId="529"/>
        </pc:sldMkLst>
      </pc:sldChg>
      <pc:sldChg chg="del">
        <pc:chgData name="Sebastian Ueberwolf" userId="b369b639-5320-4a66-8007-93f0f8052dbf" providerId="ADAL" clId="{9F4DABB5-68D7-4181-AD38-6951E0067D00}" dt="2026-06-19T09:19:12.085" v="7" actId="47"/>
        <pc:sldMkLst>
          <pc:docMk/>
          <pc:sldMk cId="1385729841" sldId="530"/>
        </pc:sldMkLst>
      </pc:sldChg>
      <pc:sldChg chg="del">
        <pc:chgData name="Sebastian Ueberwolf" userId="b369b639-5320-4a66-8007-93f0f8052dbf" providerId="ADAL" clId="{9F4DABB5-68D7-4181-AD38-6951E0067D00}" dt="2026-06-19T09:22:11.848" v="18" actId="47"/>
        <pc:sldMkLst>
          <pc:docMk/>
          <pc:sldMk cId="2081495097" sldId="531"/>
        </pc:sldMkLst>
      </pc:sldChg>
      <pc:sldChg chg="del">
        <pc:chgData name="Sebastian Ueberwolf" userId="b369b639-5320-4a66-8007-93f0f8052dbf" providerId="ADAL" clId="{9F4DABB5-68D7-4181-AD38-6951E0067D00}" dt="2026-06-19T09:18:33.895" v="4" actId="47"/>
        <pc:sldMkLst>
          <pc:docMk/>
          <pc:sldMk cId="24238245" sldId="533"/>
        </pc:sldMkLst>
      </pc:sldChg>
      <pc:sldChg chg="del">
        <pc:chgData name="Sebastian Ueberwolf" userId="b369b639-5320-4a66-8007-93f0f8052dbf" providerId="ADAL" clId="{9F4DABB5-68D7-4181-AD38-6951E0067D00}" dt="2026-06-19T09:18:35.738" v="5" actId="47"/>
        <pc:sldMkLst>
          <pc:docMk/>
          <pc:sldMk cId="2106281468" sldId="534"/>
        </pc:sldMkLst>
      </pc:sldChg>
      <pc:sldChg chg="del">
        <pc:chgData name="Sebastian Ueberwolf" userId="b369b639-5320-4a66-8007-93f0f8052dbf" providerId="ADAL" clId="{9F4DABB5-68D7-4181-AD38-6951E0067D00}" dt="2026-06-19T09:18:36.676" v="6" actId="47"/>
        <pc:sldMkLst>
          <pc:docMk/>
          <pc:sldMk cId="1170182434" sldId="535"/>
        </pc:sldMkLst>
      </pc:sldChg>
      <pc:sldChg chg="del">
        <pc:chgData name="Sebastian Ueberwolf" userId="b369b639-5320-4a66-8007-93f0f8052dbf" providerId="ADAL" clId="{9F4DABB5-68D7-4181-AD38-6951E0067D00}" dt="2026-06-19T09:20:27.705" v="13" actId="47"/>
        <pc:sldMkLst>
          <pc:docMk/>
          <pc:sldMk cId="316494755" sldId="907"/>
        </pc:sldMkLst>
      </pc:sldChg>
      <pc:sldChg chg="del">
        <pc:chgData name="Sebastian Ueberwolf" userId="b369b639-5320-4a66-8007-93f0f8052dbf" providerId="ADAL" clId="{9F4DABB5-68D7-4181-AD38-6951E0067D00}" dt="2026-06-19T09:18:10.583" v="0" actId="47"/>
        <pc:sldMkLst>
          <pc:docMk/>
          <pc:sldMk cId="3579859440" sldId="908"/>
        </pc:sldMkLst>
      </pc:sldChg>
      <pc:sldChg chg="del">
        <pc:chgData name="Sebastian Ueberwolf" userId="b369b639-5320-4a66-8007-93f0f8052dbf" providerId="ADAL" clId="{9F4DABB5-68D7-4181-AD38-6951E0067D00}" dt="2026-06-19T09:18:12.167" v="1" actId="47"/>
        <pc:sldMkLst>
          <pc:docMk/>
          <pc:sldMk cId="812156045" sldId="90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Rajdhani" panose="02000000000000000000" pitchFamily="2" charset="0"/>
        <a:ea typeface="Rajdhani" panose="02000000000000000000" pitchFamily="2" charset="0"/>
        <a:cs typeface="Rajdhani" panose="02000000000000000000" pitchFamily="2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1110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55D5AA19-7187-F6FF-4ED0-CE469E0D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A561566-5232-A950-6B2D-3DC177FA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>
              <a:defRPr sz="1400"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>
              <a:defRPr sz="1400"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>
              <a:defRPr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>
              <a:defRPr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395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80D8CC1A-EE7A-43CF-852C-D1214CD9DD1C}"/>
              </a:ext>
            </a:extLst>
          </p:cNvPr>
          <p:cNvSpPr/>
          <p:nvPr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8" name="Titel 3">
            <a:extLst>
              <a:ext uri="{FF2B5EF4-FFF2-40B4-BE49-F238E27FC236}">
                <a16:creationId xmlns:a16="http://schemas.microsoft.com/office/drawing/2014/main" id="{403ECF09-3054-1A90-9E0D-636675FE1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88032" y="2143068"/>
            <a:ext cx="3185482" cy="427446"/>
          </a:xfrm>
          <a:prstGeom prst="rect">
            <a:avLst/>
          </a:prstGeo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31FCA0E9-2668-3128-2F27-A0ABC5DF7D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7514" y="409985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CD383422-5D51-A098-20B4-48D7902777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86793" y="506128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E9BDC97B-DE59-5D56-95FD-D197CA0A5F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7514" y="1318425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2" name="Textplatzhalter 18">
            <a:extLst>
              <a:ext uri="{FF2B5EF4-FFF2-40B4-BE49-F238E27FC236}">
                <a16:creationId xmlns:a16="http://schemas.microsoft.com/office/drawing/2014/main" id="{09F99A7D-F787-CE9A-5946-33F635A2DB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6793" y="1414568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53A3768D-05ED-0777-C45C-82F19D4549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7681" y="2237452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4" name="Textplatzhalter 18">
            <a:extLst>
              <a:ext uri="{FF2B5EF4-FFF2-40B4-BE49-F238E27FC236}">
                <a16:creationId xmlns:a16="http://schemas.microsoft.com/office/drawing/2014/main" id="{2CAB89BB-09F7-BCDA-CBD0-EDE068FEE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6960" y="2333595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5" name="Textplatzhalter 16">
            <a:extLst>
              <a:ext uri="{FF2B5EF4-FFF2-40B4-BE49-F238E27FC236}">
                <a16:creationId xmlns:a16="http://schemas.microsoft.com/office/drawing/2014/main" id="{2E52A696-55D0-F724-465F-8254EAA332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7681" y="3156479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6" name="Textplatzhalter 18">
            <a:extLst>
              <a:ext uri="{FF2B5EF4-FFF2-40B4-BE49-F238E27FC236}">
                <a16:creationId xmlns:a16="http://schemas.microsoft.com/office/drawing/2014/main" id="{F41D3CED-7FA4-FD56-CA32-478A14633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6960" y="3252622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450D09B5-AF73-889F-5828-56DC1AD221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57681" y="4064919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8" name="Textplatzhalter 18">
            <a:extLst>
              <a:ext uri="{FF2B5EF4-FFF2-40B4-BE49-F238E27FC236}">
                <a16:creationId xmlns:a16="http://schemas.microsoft.com/office/drawing/2014/main" id="{100631E0-855A-5870-7426-E69F23E0A6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960" y="4161062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</p:spTree>
    <p:extLst>
      <p:ext uri="{BB962C8B-B14F-4D97-AF65-F5344CB8AC3E}">
        <p14:creationId xmlns:p14="http://schemas.microsoft.com/office/powerpoint/2010/main" val="99019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25749C2-A6E1-DAE3-EA0E-5432F1AE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2298453"/>
            <a:ext cx="4168877" cy="1577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 marL="9144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 marL="13716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 marL="18288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 marL="22860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26ACF2CE-C8C9-8013-B6BC-7CC585D3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00" y="1634477"/>
            <a:ext cx="3263627" cy="66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4D7FED91-A5FF-1B82-CA1C-A38A6E02A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21993" y="0"/>
            <a:ext cx="3722007" cy="526097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32A890A3-D4C2-11F8-C5DC-F8D85C5EA47B}"/>
              </a:ext>
            </a:extLst>
          </p:cNvPr>
          <p:cNvSpPr/>
          <p:nvPr/>
        </p:nvSpPr>
        <p:spPr>
          <a:xfrm>
            <a:off x="-5788209" y="1353143"/>
            <a:ext cx="6341293" cy="25230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8" name="Rechteck 5">
            <a:extLst>
              <a:ext uri="{FF2B5EF4-FFF2-40B4-BE49-F238E27FC236}">
                <a16:creationId xmlns:a16="http://schemas.microsoft.com/office/drawing/2014/main" id="{F6F4AA5D-0153-999F-4BB7-F1DBA67C25CE}"/>
              </a:ext>
            </a:extLst>
          </p:cNvPr>
          <p:cNvSpPr/>
          <p:nvPr/>
        </p:nvSpPr>
        <p:spPr>
          <a:xfrm>
            <a:off x="4862286" y="1353143"/>
            <a:ext cx="3049963" cy="25230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BB8AA64-2F85-78DA-586E-8631D0A3BCF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376" y="2267884"/>
            <a:ext cx="2821514" cy="66846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9E34547-D397-4D37-5DF2-61B5FC5326B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936" y="960893"/>
            <a:ext cx="806739" cy="81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3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95824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94418FB-2DFE-6DBE-2C99-0846727329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47863" y="541338"/>
            <a:ext cx="7345362" cy="395809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6D7B9496-BAF3-4117-D1B1-7CCCE54AF7F3}"/>
              </a:ext>
            </a:extLst>
          </p:cNvPr>
          <p:cNvSpPr/>
          <p:nvPr/>
        </p:nvSpPr>
        <p:spPr>
          <a:xfrm>
            <a:off x="682821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09D1DA-740C-5654-718B-1E134D459FB7}"/>
              </a:ext>
            </a:extLst>
          </p:cNvPr>
          <p:cNvSpPr/>
          <p:nvPr/>
        </p:nvSpPr>
        <p:spPr>
          <a:xfrm rot="16200000">
            <a:off x="3168752" y="1940801"/>
            <a:ext cx="1440298" cy="38814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859461-7573-7D25-8E3D-001559A6F32A}"/>
              </a:ext>
            </a:extLst>
          </p:cNvPr>
          <p:cNvSpPr txBox="1"/>
          <p:nvPr/>
        </p:nvSpPr>
        <p:spPr>
          <a:xfrm>
            <a:off x="2068642" y="3267856"/>
            <a:ext cx="376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0" i="0" dirty="0">
              <a:solidFill>
                <a:schemeClr val="bg1"/>
              </a:solidFill>
              <a:effectLst/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endParaRPr lang="de-DE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20920" y="2143068"/>
            <a:ext cx="3185482" cy="427446"/>
          </a:xfrm>
          <a:prstGeom prst="rect">
            <a:avLst/>
          </a:prstGeo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B63CF42-F522-6FEC-BB69-5F6FADAD2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93547" y="3203860"/>
            <a:ext cx="4433144" cy="976873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69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preserve="1">
  <p:cSld name="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B2DCBE9-BE97-B025-722C-EFF6D1BEE9B8}"/>
              </a:ext>
            </a:extLst>
          </p:cNvPr>
          <p:cNvSpPr/>
          <p:nvPr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A083ED9-F673-096F-0158-E1C81747F7F5}"/>
              </a:ext>
            </a:extLst>
          </p:cNvPr>
          <p:cNvSpPr txBox="1"/>
          <p:nvPr/>
        </p:nvSpPr>
        <p:spPr>
          <a:xfrm>
            <a:off x="426368" y="374573"/>
            <a:ext cx="290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C113F30-9E20-1EB6-6774-BDA283639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368" y="337930"/>
            <a:ext cx="2343336" cy="1007165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  <a:br>
              <a:rPr lang="de-DE" dirty="0"/>
            </a:br>
            <a:r>
              <a:rPr lang="de-DE" dirty="0"/>
              <a:t>BEISPIEL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1633957-3C2D-36DF-C793-75B532E4B5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8174" y="1379538"/>
            <a:ext cx="2472014" cy="2271712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033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01F69C-35E4-6A9C-1AA3-D11AB707AB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9733" y="559781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2991570" y="8034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3846824" y="29626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0380" y="803450"/>
            <a:ext cx="1258136" cy="22717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</a:t>
            </a:r>
            <a:r>
              <a:rPr lang="de-DE" dirty="0" err="1"/>
              <a:t>bearbeiteVierte</a:t>
            </a:r>
            <a:r>
              <a:rPr lang="de-DE" dirty="0"/>
              <a:t>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3517A4F2-3414-A4D1-0C7B-3E8A94300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0359" y="2962650"/>
            <a:ext cx="1258136" cy="2271712"/>
          </a:xfrm>
          <a:prstGeom prst="rect">
            <a:avLst/>
          </a:prstGeom>
        </p:spPr>
        <p:txBody>
          <a:bodyPr/>
          <a:lstStyle>
            <a:lvl1pPr marL="152400" indent="0" algn="r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5031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WHO I AM </a:t>
            </a:r>
            <a:endParaRPr lang="de-DE" dirty="0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3277840" y="4249515"/>
            <a:ext cx="1386118" cy="264357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4199733" y="539750"/>
            <a:ext cx="2976300" cy="4079932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7636" y="4272034"/>
            <a:ext cx="1258136" cy="338517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A87591C-CF53-3F59-FC83-4C21AA42C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8488" y="1671236"/>
            <a:ext cx="2472014" cy="2271712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 sz="1400">
                <a:solidFill>
                  <a:schemeClr val="bg1"/>
                </a:solidFill>
                <a:latin typeface="+mj-lt"/>
              </a:defRPr>
            </a:lvl4pPr>
            <a:lvl5pPr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03C1ECA-7D4C-9D66-2242-66AA5035F6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9733" y="629628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538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 preserve="1">
  <p:cSld name="Title + text 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AD763C5-FDEC-58CD-84B2-C76957A45C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1140E54D-0A8A-17BF-BA4C-00A8CF70E97F}"/>
              </a:ext>
            </a:extLst>
          </p:cNvPr>
          <p:cNvSpPr/>
          <p:nvPr/>
        </p:nvSpPr>
        <p:spPr>
          <a:xfrm>
            <a:off x="-86139" y="2800242"/>
            <a:ext cx="9622025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391D3C32-1644-92EA-432B-F7844583D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602" y="3346315"/>
            <a:ext cx="5726900" cy="2752351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E85FC5BA-1795-D91C-07F4-0FF410CD1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602" y="2896403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939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759B371-AB93-F4AC-C3D4-FE071DDF07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5275" y="625475"/>
            <a:ext cx="6715125" cy="3810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CB31CB82-21FA-2484-A5B0-60A9E6D02AA9}"/>
              </a:ext>
            </a:extLst>
          </p:cNvPr>
          <p:cNvSpPr/>
          <p:nvPr/>
        </p:nvSpPr>
        <p:spPr>
          <a:xfrm>
            <a:off x="5193126" y="1667122"/>
            <a:ext cx="3237324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EB64C794-E575-562B-76D7-813360BD1258}"/>
              </a:ext>
            </a:extLst>
          </p:cNvPr>
          <p:cNvSpPr/>
          <p:nvPr/>
        </p:nvSpPr>
        <p:spPr>
          <a:xfrm>
            <a:off x="0" y="1667123"/>
            <a:ext cx="1070700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4D69F22B-8085-80D5-D866-6E95E4B3E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76" y="1917152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777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41">
            <a:extLst>
              <a:ext uri="{FF2B5EF4-FFF2-40B4-BE49-F238E27FC236}">
                <a16:creationId xmlns:a16="http://schemas.microsoft.com/office/drawing/2014/main" id="{21F4A673-146D-3532-3263-FE31B7DCCBB9}"/>
              </a:ext>
            </a:extLst>
          </p:cNvPr>
          <p:cNvSpPr/>
          <p:nvPr/>
        </p:nvSpPr>
        <p:spPr>
          <a:xfrm>
            <a:off x="-77822" y="65247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Google Shape;366;p41">
            <a:extLst>
              <a:ext uri="{FF2B5EF4-FFF2-40B4-BE49-F238E27FC236}">
                <a16:creationId xmlns:a16="http://schemas.microsoft.com/office/drawing/2014/main" id="{FFC1C924-550C-8F3E-7D11-7D88612A399B}"/>
              </a:ext>
            </a:extLst>
          </p:cNvPr>
          <p:cNvSpPr/>
          <p:nvPr/>
        </p:nvSpPr>
        <p:spPr>
          <a:xfrm>
            <a:off x="-77821" y="262352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3C0830A4-4C3A-FDBF-2C04-9DF4F145A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1599" y="1115439"/>
            <a:ext cx="2491873" cy="1388079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76695191-7F55-118A-B7EF-3CF9AE537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41762" y="3011946"/>
            <a:ext cx="2491872" cy="1473813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6B58B85-1A36-9D67-C5D4-9DC1782AE6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52463"/>
            <a:ext cx="4111625" cy="18510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1F2270E-16BA-6B50-94C0-C070368476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18775"/>
            <a:ext cx="4111625" cy="18675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2FD20CA3-64C5-2645-86D4-7270CD2430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1600" y="665527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CC718F67-EF39-4301-1BC6-67D2A43B86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51600" y="2619524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7942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2" name="Google Shape;604;p53">
            <a:extLst>
              <a:ext uri="{FF2B5EF4-FFF2-40B4-BE49-F238E27FC236}">
                <a16:creationId xmlns:a16="http://schemas.microsoft.com/office/drawing/2014/main" id="{2A79AED7-A507-7B9E-FC77-946161DD4632}"/>
              </a:ext>
            </a:extLst>
          </p:cNvPr>
          <p:cNvSpPr/>
          <p:nvPr/>
        </p:nvSpPr>
        <p:spPr>
          <a:xfrm>
            <a:off x="0" y="1559850"/>
            <a:ext cx="5197200" cy="35904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3" name="Google Shape;607;p53">
            <a:extLst>
              <a:ext uri="{FF2B5EF4-FFF2-40B4-BE49-F238E27FC236}">
                <a16:creationId xmlns:a16="http://schemas.microsoft.com/office/drawing/2014/main" id="{F86C27EC-61C7-4F2E-B0B6-2203C7E11925}"/>
              </a:ext>
            </a:extLst>
          </p:cNvPr>
          <p:cNvSpPr/>
          <p:nvPr/>
        </p:nvSpPr>
        <p:spPr>
          <a:xfrm>
            <a:off x="4961825" y="3661475"/>
            <a:ext cx="487500" cy="1529100"/>
          </a:xfrm>
          <a:prstGeom prst="rect">
            <a:avLst/>
          </a:prstGeom>
          <a:solidFill>
            <a:schemeClr val="accent3">
              <a:lumMod val="40000"/>
              <a:lumOff val="60000"/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9E926695-F4E1-C17A-5230-9A25AA85E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556" y="2140085"/>
            <a:ext cx="4554273" cy="2752351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chemeClr val="lt1"/>
                </a:solidFill>
                <a:latin typeface="+mj-lt"/>
              </a:rPr>
              <a:t>Mercury is the closest planet to the Sun and the smallest one in the Solar System—it’s only a bit larger than our Moon. The planet’s name has nothing to do with the liquid metal, since it was named after the Roman messenger god, Mercury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E72E240-76EF-BA17-6D84-BDBED735E3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051" y="1742054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9942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 preserve="1">
  <p:cSld name="Three columns 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6;p51">
            <a:extLst>
              <a:ext uri="{FF2B5EF4-FFF2-40B4-BE49-F238E27FC236}">
                <a16:creationId xmlns:a16="http://schemas.microsoft.com/office/drawing/2014/main" id="{7B4D81AF-9F93-020B-DAC1-678633502D7F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1435" y="0"/>
            <a:ext cx="516255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hteck 5">
            <a:extLst>
              <a:ext uri="{FF2B5EF4-FFF2-40B4-BE49-F238E27FC236}">
                <a16:creationId xmlns:a16="http://schemas.microsoft.com/office/drawing/2014/main" id="{3A470588-4A9D-83D0-D935-9C5B13FACDA0}"/>
              </a:ext>
            </a:extLst>
          </p:cNvPr>
          <p:cNvSpPr/>
          <p:nvPr/>
        </p:nvSpPr>
        <p:spPr>
          <a:xfrm>
            <a:off x="595025" y="1034748"/>
            <a:ext cx="5026500" cy="3358800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AA50176-3412-0EF7-5820-EF1F9311F9D0}"/>
              </a:ext>
            </a:extLst>
          </p:cNvPr>
          <p:cNvSpPr txBox="1">
            <a:spLocks/>
          </p:cNvSpPr>
          <p:nvPr/>
        </p:nvSpPr>
        <p:spPr>
          <a:xfrm>
            <a:off x="1236926" y="1482775"/>
            <a:ext cx="5726900" cy="93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400" b="0" i="0" u="none" strike="noStrike" cap="none">
                <a:solidFill>
                  <a:schemeClr val="bg1"/>
                </a:solidFill>
                <a:latin typeface="+mj-lt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de-DE" dirty="0">
                <a:latin typeface="Rajdhani" panose="02000000000000000000" pitchFamily="2" charset="0"/>
                <a:cs typeface="Rajdhani" panose="02000000000000000000" pitchFamily="2" charset="0"/>
              </a:rPr>
              <a:t>THANKS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D46905C-BE51-338F-CCC0-828DA17E8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6925" y="1822315"/>
            <a:ext cx="4554273" cy="2752351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Does anyone have any 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Ask Mona ;)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Follow the project updates!!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lt1"/>
              </a:solidFill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Mona.fels@reinmedical.com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+02161 69 84 135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reinmedical.com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896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E21E274-3587-E4FB-A148-8C4CDB65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E0975769-CF2D-A7B6-EAE2-26DD97B84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30480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 marL="9144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 marL="13716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 marL="18288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 marL="22860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6939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4B67E5E4-BA7D-44A4-9B98-E89DCC34A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2298453"/>
            <a:ext cx="4168877" cy="157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30480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 marL="9144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 marL="13716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 marL="18288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 marL="22860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F55DA506-8C3E-3E2D-2FCB-FBFB548BF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00" y="1634477"/>
            <a:ext cx="3263627" cy="66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FAA0284-12FB-34AF-FFE2-B0CCB21F09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21993" y="0"/>
            <a:ext cx="3722007" cy="52609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Rechteck 5">
            <a:extLst>
              <a:ext uri="{FF2B5EF4-FFF2-40B4-BE49-F238E27FC236}">
                <a16:creationId xmlns:a16="http://schemas.microsoft.com/office/drawing/2014/main" id="{3BD5DED6-B758-4268-5BB3-F38BCBC114A0}"/>
              </a:ext>
            </a:extLst>
          </p:cNvPr>
          <p:cNvSpPr/>
          <p:nvPr/>
        </p:nvSpPr>
        <p:spPr>
          <a:xfrm>
            <a:off x="-5788209" y="1353143"/>
            <a:ext cx="6341293" cy="25230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FF904EF6-B8C9-CCF6-511A-E122DC7291A5}"/>
              </a:ext>
            </a:extLst>
          </p:cNvPr>
          <p:cNvSpPr/>
          <p:nvPr/>
        </p:nvSpPr>
        <p:spPr>
          <a:xfrm>
            <a:off x="4862286" y="1353143"/>
            <a:ext cx="3049963" cy="25230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5C65033-875F-1218-B154-8065146061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376" y="2267884"/>
            <a:ext cx="2821514" cy="66846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A843F67-6CA8-49ED-7836-11875B05CA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790" y="1060971"/>
            <a:ext cx="653299" cy="6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70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F6FD1D9-9D5B-8641-A157-EECA89FA3C21}"/>
              </a:ext>
            </a:extLst>
          </p:cNvPr>
          <p:cNvSpPr/>
          <p:nvPr userDrawn="1"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5" name="Titel 3">
            <a:extLst>
              <a:ext uri="{FF2B5EF4-FFF2-40B4-BE49-F238E27FC236}">
                <a16:creationId xmlns:a16="http://schemas.microsoft.com/office/drawing/2014/main" id="{2E4987B7-CC5F-2AE0-C738-E669026797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88032" y="2143068"/>
            <a:ext cx="3185482" cy="427446"/>
          </a:xfr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7AA2452-95AF-3925-BB82-3C5E9A511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7514" y="409985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99CE4D3-32E6-C691-ABEF-56BC921F82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86793" y="506128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5DFE236E-E1C0-B865-BA41-8645E3283B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7514" y="1318425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3E8DE7EA-06A4-25BB-5C55-D036BF75B5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6793" y="1414568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76B7233F-CD4F-D6B6-9AC1-3D513EB5D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7681" y="2237452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1A3D7DFA-A662-7E40-6850-B3337CC137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6960" y="2333595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5" name="Textplatzhalter 16">
            <a:extLst>
              <a:ext uri="{FF2B5EF4-FFF2-40B4-BE49-F238E27FC236}">
                <a16:creationId xmlns:a16="http://schemas.microsoft.com/office/drawing/2014/main" id="{54716360-2F0E-1881-C7E7-CBDB299CBC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7681" y="3156479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6" name="Textplatzhalter 18">
            <a:extLst>
              <a:ext uri="{FF2B5EF4-FFF2-40B4-BE49-F238E27FC236}">
                <a16:creationId xmlns:a16="http://schemas.microsoft.com/office/drawing/2014/main" id="{17413391-1B20-6BD1-71CF-A07C114B22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6960" y="3252622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5F12F9DD-EEAD-9A91-ADA5-7C9A7945E1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57681" y="4064919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8" name="Textplatzhalter 18">
            <a:extLst>
              <a:ext uri="{FF2B5EF4-FFF2-40B4-BE49-F238E27FC236}">
                <a16:creationId xmlns:a16="http://schemas.microsoft.com/office/drawing/2014/main" id="{E9D55BAC-2054-D68B-05B5-ADE9738B1B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960" y="4161062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</p:spTree>
    <p:extLst>
      <p:ext uri="{BB962C8B-B14F-4D97-AF65-F5344CB8AC3E}">
        <p14:creationId xmlns:p14="http://schemas.microsoft.com/office/powerpoint/2010/main" val="3809807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8646465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94418FB-2DFE-6DBE-2C99-0846727329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47863" y="541338"/>
            <a:ext cx="7345362" cy="40608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6D7B9496-BAF3-4117-D1B1-7CCCE54AF7F3}"/>
              </a:ext>
            </a:extLst>
          </p:cNvPr>
          <p:cNvSpPr/>
          <p:nvPr/>
        </p:nvSpPr>
        <p:spPr>
          <a:xfrm>
            <a:off x="682821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09D1DA-740C-5654-718B-1E134D459FB7}"/>
              </a:ext>
            </a:extLst>
          </p:cNvPr>
          <p:cNvSpPr/>
          <p:nvPr/>
        </p:nvSpPr>
        <p:spPr>
          <a:xfrm rot="16200000">
            <a:off x="3168752" y="1940800"/>
            <a:ext cx="1440301" cy="38814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859461-7573-7D25-8E3D-001559A6F32A}"/>
              </a:ext>
            </a:extLst>
          </p:cNvPr>
          <p:cNvSpPr txBox="1"/>
          <p:nvPr/>
        </p:nvSpPr>
        <p:spPr>
          <a:xfrm>
            <a:off x="2068642" y="3267856"/>
            <a:ext cx="376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0" i="0" dirty="0">
              <a:solidFill>
                <a:schemeClr val="bg1"/>
              </a:solidFill>
              <a:effectLst/>
              <a:latin typeface="+mj-lt"/>
              <a:cs typeface="Rajdhani" panose="02000000000000000000" pitchFamily="2" charset="0"/>
            </a:endParaRPr>
          </a:p>
          <a:p>
            <a:endParaRPr lang="de-DE" dirty="0">
              <a:solidFill>
                <a:schemeClr val="bg1"/>
              </a:solidFill>
              <a:latin typeface="+mj-lt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99544" y="2143068"/>
            <a:ext cx="3185482" cy="427446"/>
          </a:xfr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B63CF42-F522-6FEC-BB69-5F6FADAD2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93547" y="3203860"/>
            <a:ext cx="4433144" cy="976873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083832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preserve="1">
  <p:cSld name="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B2DCBE9-BE97-B025-722C-EFF6D1BEE9B8}"/>
              </a:ext>
            </a:extLst>
          </p:cNvPr>
          <p:cNvSpPr/>
          <p:nvPr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A083ED9-F673-096F-0158-E1C81747F7F5}"/>
              </a:ext>
            </a:extLst>
          </p:cNvPr>
          <p:cNvSpPr txBox="1"/>
          <p:nvPr/>
        </p:nvSpPr>
        <p:spPr>
          <a:xfrm>
            <a:off x="426368" y="374573"/>
            <a:ext cx="290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dirty="0">
              <a:solidFill>
                <a:schemeClr val="bg1"/>
              </a:solidFill>
              <a:latin typeface="+mj-lt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C113F30-9E20-1EB6-6774-BDA283639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368" y="337930"/>
            <a:ext cx="2343336" cy="1007165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  <a:br>
              <a:rPr lang="de-DE" dirty="0"/>
            </a:br>
            <a:r>
              <a:rPr lang="de-DE" dirty="0"/>
              <a:t>BEISPIEL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1633957-3C2D-36DF-C793-75B532E4B5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8174" y="1379538"/>
            <a:ext cx="2472014" cy="2271712"/>
          </a:xfr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8904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01F69C-35E4-6A9C-1AA3-D11AB707AB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9733" y="559781"/>
            <a:ext cx="2976300" cy="40599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258280" y="2052590"/>
            <a:ext cx="3185482" cy="595234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2991570" y="8034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3846824" y="29626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0380" y="803450"/>
            <a:ext cx="1258136" cy="22717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609600" indent="0"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3517A4F2-3414-A4D1-0C7B-3E8A94300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0359" y="2962650"/>
            <a:ext cx="1258136" cy="2271712"/>
          </a:xfrm>
        </p:spPr>
        <p:txBody>
          <a:bodyPr/>
          <a:lstStyle>
            <a:lvl1pPr marL="152400" indent="0" algn="r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Google Shape;236;p35">
            <a:extLst>
              <a:ext uri="{FF2B5EF4-FFF2-40B4-BE49-F238E27FC236}">
                <a16:creationId xmlns:a16="http://schemas.microsoft.com/office/drawing/2014/main" id="{313AD04C-DA2D-67FE-3745-53C9809588CB}"/>
              </a:ext>
            </a:extLst>
          </p:cNvPr>
          <p:cNvSpPr txBox="1">
            <a:spLocks/>
          </p:cNvSpPr>
          <p:nvPr userDrawn="1"/>
        </p:nvSpPr>
        <p:spPr>
          <a:xfrm rot="5400000">
            <a:off x="6406396" y="1904246"/>
            <a:ext cx="2889250" cy="59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lang="de-DE" b="0" dirty="0">
              <a:solidFill>
                <a:schemeClr val="l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8098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 userDrawn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3277840" y="4249515"/>
            <a:ext cx="1386118" cy="264357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4199733" y="539750"/>
            <a:ext cx="2976300" cy="4079932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08608" y="4199464"/>
            <a:ext cx="1258136" cy="338517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A87591C-CF53-3F59-FC83-4C21AA42C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8488" y="1671236"/>
            <a:ext cx="2472014" cy="2271712"/>
          </a:xfr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03C1ECA-7D4C-9D66-2242-66AA5035F6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9733" y="629628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Beispiel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3" name="Google Shape;236;p35">
            <a:extLst>
              <a:ext uri="{FF2B5EF4-FFF2-40B4-BE49-F238E27FC236}">
                <a16:creationId xmlns:a16="http://schemas.microsoft.com/office/drawing/2014/main" id="{5A3244F8-984E-C6AE-5DFB-58F86DB926F0}"/>
              </a:ext>
            </a:extLst>
          </p:cNvPr>
          <p:cNvSpPr txBox="1">
            <a:spLocks/>
          </p:cNvSpPr>
          <p:nvPr userDrawn="1"/>
        </p:nvSpPr>
        <p:spPr>
          <a:xfrm rot="5400000">
            <a:off x="6406396" y="1904246"/>
            <a:ext cx="2889250" cy="59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lang="de-DE" b="0" dirty="0">
              <a:solidFill>
                <a:schemeClr val="lt1"/>
              </a:solidFill>
              <a:latin typeface="+mj-lt"/>
            </a:endParaRPr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77D69C83-E844-D664-7156-88A7A00231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258280" y="2052590"/>
            <a:ext cx="3185482" cy="595234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6349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 preserve="1">
  <p:cSld name="Title + text 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AD763C5-FDEC-58CD-84B2-C76957A45C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1140E54D-0A8A-17BF-BA4C-00A8CF70E97F}"/>
              </a:ext>
            </a:extLst>
          </p:cNvPr>
          <p:cNvSpPr/>
          <p:nvPr/>
        </p:nvSpPr>
        <p:spPr>
          <a:xfrm>
            <a:off x="-86139" y="2800242"/>
            <a:ext cx="9622025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391D3C32-1644-92EA-432B-F7844583D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602" y="3346315"/>
            <a:ext cx="5726900" cy="2752351"/>
          </a:xfr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E85FC5BA-1795-D91C-07F4-0FF410CD1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602" y="2896403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0755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759B371-AB93-F4AC-C3D4-FE071DDF07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5275" y="625475"/>
            <a:ext cx="6715125" cy="3810338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CB31CB82-21FA-2484-A5B0-60A9E6D02AA9}"/>
              </a:ext>
            </a:extLst>
          </p:cNvPr>
          <p:cNvSpPr/>
          <p:nvPr/>
        </p:nvSpPr>
        <p:spPr>
          <a:xfrm>
            <a:off x="5193126" y="1667122"/>
            <a:ext cx="3237324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EB64C794-E575-562B-76D7-813360BD1258}"/>
              </a:ext>
            </a:extLst>
          </p:cNvPr>
          <p:cNvSpPr/>
          <p:nvPr/>
        </p:nvSpPr>
        <p:spPr>
          <a:xfrm>
            <a:off x="0" y="1667123"/>
            <a:ext cx="1070700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4D69F22B-8085-80D5-D866-6E95E4B3E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76" y="1917152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4397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41">
            <a:extLst>
              <a:ext uri="{FF2B5EF4-FFF2-40B4-BE49-F238E27FC236}">
                <a16:creationId xmlns:a16="http://schemas.microsoft.com/office/drawing/2014/main" id="{21F4A673-146D-3532-3263-FE31B7DCCBB9}"/>
              </a:ext>
            </a:extLst>
          </p:cNvPr>
          <p:cNvSpPr/>
          <p:nvPr/>
        </p:nvSpPr>
        <p:spPr>
          <a:xfrm>
            <a:off x="-77822" y="65247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Google Shape;366;p41">
            <a:extLst>
              <a:ext uri="{FF2B5EF4-FFF2-40B4-BE49-F238E27FC236}">
                <a16:creationId xmlns:a16="http://schemas.microsoft.com/office/drawing/2014/main" id="{FFC1C924-550C-8F3E-7D11-7D88612A399B}"/>
              </a:ext>
            </a:extLst>
          </p:cNvPr>
          <p:cNvSpPr/>
          <p:nvPr/>
        </p:nvSpPr>
        <p:spPr>
          <a:xfrm>
            <a:off x="-77821" y="262352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3C0830A4-4C3A-FDBF-2C04-9DF4F145A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1599" y="1115439"/>
            <a:ext cx="2491873" cy="1388079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76695191-7F55-118A-B7EF-3CF9AE537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41762" y="3011946"/>
            <a:ext cx="2491872" cy="1473813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1F2270E-16BA-6B50-94C0-C070368476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18775"/>
            <a:ext cx="4111625" cy="18675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2FD20CA3-64C5-2645-86D4-7270CD2430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1600" y="665527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CC718F67-EF39-4301-1BC6-67D2A43B86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51600" y="2619524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6B58B85-1A36-9D67-C5D4-9DC1782AE6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52463"/>
            <a:ext cx="4111625" cy="18510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1669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2" name="Google Shape;604;p53">
            <a:extLst>
              <a:ext uri="{FF2B5EF4-FFF2-40B4-BE49-F238E27FC236}">
                <a16:creationId xmlns:a16="http://schemas.microsoft.com/office/drawing/2014/main" id="{2A79AED7-A507-7B9E-FC77-946161DD4632}"/>
              </a:ext>
            </a:extLst>
          </p:cNvPr>
          <p:cNvSpPr/>
          <p:nvPr/>
        </p:nvSpPr>
        <p:spPr>
          <a:xfrm>
            <a:off x="0" y="1559850"/>
            <a:ext cx="5197200" cy="35904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3" name="Google Shape;607;p53">
            <a:extLst>
              <a:ext uri="{FF2B5EF4-FFF2-40B4-BE49-F238E27FC236}">
                <a16:creationId xmlns:a16="http://schemas.microsoft.com/office/drawing/2014/main" id="{F86C27EC-61C7-4F2E-B0B6-2203C7E11925}"/>
              </a:ext>
            </a:extLst>
          </p:cNvPr>
          <p:cNvSpPr/>
          <p:nvPr/>
        </p:nvSpPr>
        <p:spPr>
          <a:xfrm>
            <a:off x="4961825" y="3661475"/>
            <a:ext cx="487500" cy="1529100"/>
          </a:xfrm>
          <a:prstGeom prst="rect">
            <a:avLst/>
          </a:prstGeom>
          <a:solidFill>
            <a:schemeClr val="accent3">
              <a:lumMod val="40000"/>
              <a:lumOff val="60000"/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9E926695-F4E1-C17A-5230-9A25AA85E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556" y="2140085"/>
            <a:ext cx="4554273" cy="2752351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chemeClr val="lt1"/>
                </a:solidFill>
                <a:latin typeface="+mj-lt"/>
              </a:rPr>
              <a:t>Mercury is the closest planet to the Sun and the smallest one in the Solar System—it’s only a bit larger than our Moon. The planet’s name has nothing to do with the liquid metal, since it was named after the Roman messenger god, Mercury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E72E240-76EF-BA17-6D84-BDBED735E3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051" y="1742054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09177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 preserve="1">
  <p:cSld name="Three columns 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6;p51">
            <a:extLst>
              <a:ext uri="{FF2B5EF4-FFF2-40B4-BE49-F238E27FC236}">
                <a16:creationId xmlns:a16="http://schemas.microsoft.com/office/drawing/2014/main" id="{7B4D81AF-9F93-020B-DAC1-678633502D7F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1435" y="0"/>
            <a:ext cx="516255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hteck 5">
            <a:extLst>
              <a:ext uri="{FF2B5EF4-FFF2-40B4-BE49-F238E27FC236}">
                <a16:creationId xmlns:a16="http://schemas.microsoft.com/office/drawing/2014/main" id="{3A470588-4A9D-83D0-D935-9C5B13FACDA0}"/>
              </a:ext>
            </a:extLst>
          </p:cNvPr>
          <p:cNvSpPr/>
          <p:nvPr/>
        </p:nvSpPr>
        <p:spPr>
          <a:xfrm>
            <a:off x="595025" y="1034748"/>
            <a:ext cx="5026500" cy="33588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AA50176-3412-0EF7-5820-EF1F9311F9D0}"/>
              </a:ext>
            </a:extLst>
          </p:cNvPr>
          <p:cNvSpPr txBox="1">
            <a:spLocks/>
          </p:cNvSpPr>
          <p:nvPr/>
        </p:nvSpPr>
        <p:spPr>
          <a:xfrm>
            <a:off x="1236926" y="1482775"/>
            <a:ext cx="5726900" cy="93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400" b="0" i="0" u="none" strike="noStrike" cap="none">
                <a:solidFill>
                  <a:schemeClr val="bg1"/>
                </a:solidFill>
                <a:latin typeface="+mj-lt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de-DE" dirty="0">
                <a:latin typeface="+mn-lt"/>
              </a:rPr>
              <a:t>THANKS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D46905C-BE51-338F-CCC0-828DA17E8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6925" y="1822315"/>
            <a:ext cx="4554273" cy="2752351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Does anyone have any 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Ask Mona ;)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Follow the project updates!!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lt1"/>
              </a:solidFill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Mona.fels@reinmedical.com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+02161 69 84 135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reinmedical.com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3860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 userDrawn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3277840" y="4249515"/>
            <a:ext cx="1386118" cy="264357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4199733" y="539750"/>
            <a:ext cx="2976300" cy="4079932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08608" y="4199464"/>
            <a:ext cx="1258136" cy="338517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A87591C-CF53-3F59-FC83-4C21AA42C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8488" y="1671236"/>
            <a:ext cx="2472014" cy="2271712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03C1ECA-7D4C-9D66-2242-66AA5035F6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9733" y="629628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Beispiel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3" name="Google Shape;236;p35">
            <a:extLst>
              <a:ext uri="{FF2B5EF4-FFF2-40B4-BE49-F238E27FC236}">
                <a16:creationId xmlns:a16="http://schemas.microsoft.com/office/drawing/2014/main" id="{5A3244F8-984E-C6AE-5DFB-58F86DB926F0}"/>
              </a:ext>
            </a:extLst>
          </p:cNvPr>
          <p:cNvSpPr txBox="1">
            <a:spLocks/>
          </p:cNvSpPr>
          <p:nvPr userDrawn="1"/>
        </p:nvSpPr>
        <p:spPr>
          <a:xfrm rot="5400000">
            <a:off x="6406396" y="1904246"/>
            <a:ext cx="2889250" cy="59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lang="de-DE" b="0" dirty="0">
              <a:solidFill>
                <a:schemeClr val="lt1"/>
              </a:solidFill>
              <a:latin typeface="+mj-lt"/>
            </a:endParaRPr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77D69C83-E844-D664-7156-88A7A00231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258280" y="2052590"/>
            <a:ext cx="3185482" cy="595234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56734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userDrawn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5285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 userDrawn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5916734-5916-E3F3-D248-6395096EBD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0892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18" Type="http://schemas.openxmlformats.org/officeDocument/2006/relationships/image" Target="../media/image5.jpeg"/><Relationship Id="rId1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rift, Tex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88192317-9916-A1EB-E85E-A3DC6E69A21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486650" y="206724"/>
            <a:ext cx="1509972" cy="308188"/>
          </a:xfrm>
          <a:prstGeom prst="rect">
            <a:avLst/>
          </a:prstGeom>
        </p:spPr>
      </p:pic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0F1E42CF-579C-6363-E648-3DDA48CC5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cs typeface="Rajdhani" panose="02000000000000000000" pitchFamily="2" charset="0"/>
              </a:defRPr>
            </a:lvl1pPr>
          </a:lstStyle>
          <a:p>
            <a:fld id="{96019094-8B4B-4F6D-AE95-567C818C7CA1}" type="datetimeFigureOut">
              <a:rPr lang="de-DE" smtClean="0"/>
              <a:pPr/>
              <a:t>19.06.2026</a:t>
            </a:fld>
            <a:endParaRPr lang="de-DE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1F088D16-A699-EFD3-6174-88A54216A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cs typeface="Rajdhani" panose="02000000000000000000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AE5812E8-35B3-D54F-7ABB-AE3CEBF66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cs typeface="Rajdhani" panose="02000000000000000000" pitchFamily="2" charset="0"/>
              </a:defRPr>
            </a:lvl1pPr>
          </a:lstStyle>
          <a:p>
            <a:fld id="{55BEE040-1334-44C3-B89B-A8F9A7BD049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181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Rajdhani" panose="02000000000000000000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8097178-54C8-105F-0872-9D8A1A1E2FA2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afik 4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1A6B5B-D119-D7BA-9434-ACAF32B5802A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616612" y="170308"/>
            <a:ext cx="1371538" cy="27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299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03" r:id="rId14"/>
    <p:sldLayoutId id="2147483863" r:id="rId15"/>
    <p:sldLayoutId id="21474838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jdhani" panose="02000000000000000000" pitchFamily="2" charset="0"/>
          <a:ea typeface="Rajdhani" panose="02000000000000000000" pitchFamily="2" charset="0"/>
          <a:cs typeface="Rajdhani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524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microsoft.com/office/2007/relationships/hdphoto" Target="../media/hdphoto1.wdp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5A507E3-7242-65F4-96E9-513C48600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F65D86B-CF0C-E7B1-9D4E-AFCE801B0F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75747" y="-580572"/>
            <a:ext cx="7368251" cy="5735629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3A150A1-55BA-B9C2-4899-8B72205CB073}"/>
              </a:ext>
            </a:extLst>
          </p:cNvPr>
          <p:cNvSpPr/>
          <p:nvPr/>
        </p:nvSpPr>
        <p:spPr>
          <a:xfrm>
            <a:off x="-734257" y="892349"/>
            <a:ext cx="7162271" cy="33588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C354F57-9DA8-995D-83B5-6B714D78D1E7}"/>
              </a:ext>
            </a:extLst>
          </p:cNvPr>
          <p:cNvSpPr txBox="1"/>
          <p:nvPr/>
        </p:nvSpPr>
        <p:spPr>
          <a:xfrm>
            <a:off x="1656002" y="2389644"/>
            <a:ext cx="4626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" indent="0">
              <a:buNone/>
            </a:pPr>
            <a:r>
              <a:rPr sz="3000" b="1">
                <a:solidFill>
                  <a:srgbClr val="FFFFFF"/>
                </a:solidFill>
                <a:latin typeface="Calibri Light"/>
              </a:rPr>
              <a:t>Audio KI im OP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Sprache automatisch dokumentieren – Vorschlag zur Markt-Validierung</a:t>
            </a:r>
          </a:p>
        </p:txBody>
      </p:sp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693D94A4-A9A0-4FB2-5CCB-0AAF7A1E7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518" y="1681099"/>
            <a:ext cx="2370890" cy="48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7825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DIE 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Was wir bauen wollen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434343"/>
                </a:solidFill>
                <a:latin typeface="Calibri"/>
              </a:rPr>
              <a:t>Das im OP Gesprochene wird automatisch in Text umgewandelt und </a:t>
            </a:r>
            <a:r>
              <a:rPr sz="1600" b="1">
                <a:solidFill>
                  <a:srgbClr val="26529E"/>
                </a:solidFill>
                <a:latin typeface="Calibri"/>
              </a:rPr>
              <a:t>per API direkt in unsere Software</a:t>
            </a:r>
            <a:r>
              <a:rPr sz="1600" b="0">
                <a:solidFill>
                  <a:srgbClr val="434343"/>
                </a:solidFill>
                <a:latin typeface="Calibri"/>
              </a:rPr>
              <a:t> integriert – kein weiteres Insel-System.</a:t>
            </a:r>
          </a:p>
        </p:txBody>
      </p:sp>
      <p:pic>
        <p:nvPicPr>
          <p:cNvPr id="7" name="Picture 6" descr="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7589519" cy="2103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MARKT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Ein großer, stark wachsender Markt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40" y="1554480"/>
            <a:ext cx="5523918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783080"/>
            <a:ext cx="2743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6529E"/>
                </a:solidFill>
                <a:latin typeface="Calibri Light"/>
              </a:rPr>
              <a:t>≈ 18 Mrd. €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Calibri"/>
              </a:rPr>
              <a:t>Microsoft kaufte Marktführer Nuance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26529E"/>
                </a:solidFill>
                <a:latin typeface="Calibri Light"/>
              </a:rPr>
              <a:t>+12 % p.a.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Calibri"/>
              </a:rPr>
              <a:t>Wachstum medizinische Spracherkennung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2E8B57"/>
                </a:solidFill>
                <a:latin typeface="Calibri Light"/>
              </a:rPr>
              <a:t>100 %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Calibri"/>
              </a:rPr>
              <a:t>der US-Kliniken erproben „Ambient"-KI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WETTBEWERB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Wer macht heute was?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8046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114800"/>
                <a:gridCol w="1280160"/>
              </a:tblGrid>
              <a:tr h="371475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Anbieter</a:t>
                      </a:r>
                    </a:p>
                  </a:txBody>
                  <a:tcPr marT="12700" marB="12700" marL="76200" anchor="ctr">
                    <a:solidFill>
                      <a:srgbClr val="2652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Verkauft</a:t>
                      </a:r>
                    </a:p>
                  </a:txBody>
                  <a:tcPr marT="12700" marB="12700" marL="76200" anchor="ctr">
                    <a:solidFill>
                      <a:srgbClr val="2652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OP-Saal?</a:t>
                      </a:r>
                    </a:p>
                  </a:txBody>
                  <a:tcPr marT="12700" marB="12700" marL="76200" anchor="ctr">
                    <a:solidFill>
                      <a:srgbClr val="26529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Nuance / Microsoft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Arztbrief, Arzt-Patient-Gespräch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Solventum (3M)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Doku in die Klinik-Akte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Sprach-Engine, Befundung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Abridge / Nabla / Suki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„Ambient" Arzt-Patient-Doku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MediaInterface (DACH)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Diktat „Made in Germany"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ORPHEUS (IDM / UKE)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Med. Spracherkennung, OP-Berichte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0922F"/>
                          </a:solidFill>
                          <a:latin typeface="Calibri"/>
                        </a:rPr>
                        <a:t>Teilw.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5E3A"/>
                          </a:solidFill>
                          <a:latin typeface="Calibri"/>
                        </a:rPr>
                        <a:t>Unsere Idee</a:t>
                      </a:r>
                    </a:p>
                  </a:txBody>
                  <a:tcPr marT="12700" marB="12700" marL="76200" anchor="ctr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5E3A"/>
                          </a:solidFill>
                          <a:latin typeface="Calibri"/>
                        </a:rPr>
                        <a:t>Intraoperative Live-Doku, per API ins KIS</a:t>
                      </a:r>
                    </a:p>
                  </a:txBody>
                  <a:tcPr marT="12700" marB="12700" marL="76200" anchor="ctr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8B57"/>
                          </a:solidFill>
                          <a:latin typeface="Calibri"/>
                        </a:rPr>
                        <a:t>JA</a:t>
                      </a:r>
                    </a:p>
                  </a:txBody>
                  <a:tcPr marT="12700" marB="12700" marL="76200" anchor="ctr">
                    <a:solidFill>
                      <a:srgbClr val="E3F1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56D96"/>
                </a:solidFill>
                <a:latin typeface="Calibri"/>
              </a:rPr>
              <a:t>Auch ORPHEUS deckt nur OP-Berichte per Diktat ab – sterile Live-Doku + echte KIS-API bleiben frei.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DIE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Hier ist die Lücke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786" y="1481328"/>
            <a:ext cx="5654426" cy="3154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ERWARTETE RÜCKFRAGE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Wenn die Lücke so gut ist – warum macht es niemand?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9728" cy="676656"/>
          </a:xfrm>
          <a:prstGeom prst="rect">
            <a:avLst/>
          </a:prstGeom>
          <a:solidFill>
            <a:srgbClr val="556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6D96"/>
                </a:solidFill>
                <a:latin typeface="Calibri"/>
              </a:rPr>
              <a:t>Technisch härter:  </a:t>
            </a:r>
            <a:r>
              <a:rPr sz="1250" b="0">
                <a:solidFill>
                  <a:srgbClr val="434343"/>
                </a:solidFill>
                <a:latin typeface="Calibri"/>
              </a:rPr>
              <a:t>Lärm, Mikrofon-Abstand, Masken, mehrere Sprecher. Die Großen holten erst die einfachen Töpfe. → Hürde = Schutz für 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86584"/>
            <a:ext cx="109728" cy="676656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86584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6529E"/>
                </a:solidFill>
                <a:latin typeface="Calibri"/>
              </a:rPr>
              <a:t>Timing, nicht Desinteresse:  </a:t>
            </a:r>
            <a:r>
              <a:rPr sz="1250" b="0">
                <a:solidFill>
                  <a:srgbClr val="434343"/>
                </a:solidFill>
                <a:latin typeface="Calibri"/>
              </a:rPr>
              <a:t>Die Großen wandern erkennbar Richtung Chirurgie – wir sind nur früher dran. Fenster ~12–24 Monate.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72968"/>
            <a:ext cx="109728" cy="67665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95959"/>
                </a:solidFill>
                <a:latin typeface="Calibri"/>
              </a:rPr>
              <a:t>Regulatorik / Kultur:  </a:t>
            </a:r>
            <a:r>
              <a:rPr sz="1250" b="0">
                <a:solidFill>
                  <a:srgbClr val="434343"/>
                </a:solidFill>
                <a:latin typeface="Calibri"/>
              </a:rPr>
              <a:t>Im OP heikler (Haftung, Betriebsrat). Das echte Risiko – evtl. „OP-Bericht" statt „alles aufzeichnen".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59352"/>
            <a:ext cx="109728" cy="67665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Calibri"/>
              </a:rPr>
              <a:t>Bedarf ist sichtbar:  </a:t>
            </a:r>
            <a:r>
              <a:rPr sz="1250" b="0">
                <a:solidFill>
                  <a:srgbClr val="434343"/>
                </a:solidFill>
                <a:latin typeface="Calibri"/>
              </a:rPr>
              <a:t>UKE baute sich selbst eine Lösung (ORPHEUS), TU München forscht, 98 % einer Umfrage finden es wünschenswert.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VERTRAUEN &amp; RECHT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Sicherheit ist Pflicht – und Verkaufsargument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hutzzi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353" y="1481328"/>
            <a:ext cx="4459293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7492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6529E"/>
                </a:solidFill>
                <a:latin typeface="Calibri"/>
              </a:rPr>
              <a:t>Was das für unser Produkt heißt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9385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Sichere, standardisierte API</a:t>
            </a:r>
            <a:r>
              <a:rPr sz="1150" b="0">
                <a:solidFill>
                  <a:srgbClr val="595959"/>
                </a:solidFill>
                <a:latin typeface="Calibri"/>
              </a:rPr>
              <a:t> – genau unser Ansatz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140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Ende-zu-Ende-Verschlüsselung</a:t>
            </a:r>
            <a:r>
              <a:rPr sz="1150" b="0">
                <a:solidFill>
                  <a:srgbClr val="595959"/>
                </a:solidFill>
                <a:latin typeface="Calibri"/>
              </a:rPr>
              <a:t> + Pseudonymisierung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88950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Zero-Trust</a:t>
            </a:r>
            <a:r>
              <a:rPr sz="1150" b="0">
                <a:solidFill>
                  <a:srgbClr val="595959"/>
                </a:solidFill>
                <a:latin typeface="Calibri"/>
              </a:rPr>
              <a:t> &amp; rollenbasierte Zugriffe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3649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Security by Design / „Shift-left"</a:t>
            </a:r>
            <a:r>
              <a:rPr sz="1150" b="0">
                <a:solidFill>
                  <a:srgbClr val="595959"/>
                </a:solidFill>
                <a:latin typeface="Calibri"/>
              </a:rPr>
              <a:t> – früh = günstiger &amp; schnellere Zulassung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8404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Normen</a:t>
            </a:r>
            <a:r>
              <a:rPr sz="1150" b="0">
                <a:solidFill>
                  <a:srgbClr val="595959"/>
                </a:solidFill>
                <a:latin typeface="Calibri"/>
              </a:rPr>
              <a:t> : MDR · IEC 81001-5-1 · DSGVO · CRA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70832"/>
            <a:ext cx="8092440" cy="42062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07408"/>
            <a:ext cx="7863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5E3A"/>
                </a:solidFill>
                <a:latin typeface="Calibri"/>
              </a:rPr>
              <a:t>Gesundheitswesen: 2–3 schwere Ransomware-Angriffe pro Tag (BKA) – Sicherheit schafft Vertrauen und Marktzugang.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Mein Plan: 6 Wochen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06" y="1481328"/>
            <a:ext cx="6092787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Mehrere Klinik-Gespräche, Recht &amp; erste Pilot-Anbahnung – danach klare Go/No-Go-Empfehlung mit Zahlen.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ENTSCHEIDUNG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Diszipliniert: Go oder No-Go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on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463040"/>
            <a:ext cx="5120640" cy="30256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89320" y="1691640"/>
            <a:ext cx="2743200" cy="2651760"/>
          </a:xfrm>
          <a:prstGeom prst="rect">
            <a:avLst/>
          </a:prstGeom>
          <a:solidFill>
            <a:srgbClr val="EEEEEE"/>
          </a:solidFill>
          <a:ln w="12700">
            <a:solidFill>
              <a:srgbClr val="A9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2423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6529E"/>
                </a:solidFill>
                <a:latin typeface="Calibri"/>
              </a:rPr>
              <a:t>Was ich von euch brauche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Calibri"/>
              </a:rPr>
              <a:t>• Zeit:  ~6 Wochen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Calibri"/>
              </a:rPr>
              <a:t>• Budget:  gering, keine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34343"/>
                </a:solidFill>
                <a:latin typeface="Calibri"/>
              </a:rPr>
              <a:t>   Entwicklung in dieser Phase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Calibri"/>
              </a:rPr>
              <a:t>• Kontakte:  1–2 Kliniken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E8B57"/>
                </a:solidFill>
                <a:latin typeface="Calibri"/>
              </a:rPr>
              <a:t>„Gebt mir 6 Wochen, dann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E8B57"/>
                </a:solidFill>
                <a:latin typeface="Calibri"/>
              </a:rPr>
              <a:t>weiß ich, ob es sich lohnt."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signNEGATIV">
  <a:themeElements>
    <a:clrScheme name="Rein Medical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556D96"/>
      </a:accent1>
      <a:accent2>
        <a:srgbClr val="212121"/>
      </a:accent2>
      <a:accent3>
        <a:srgbClr val="A9B9D3"/>
      </a:accent3>
      <a:accent4>
        <a:srgbClr val="26529E"/>
      </a:accent4>
      <a:accent5>
        <a:srgbClr val="62779B"/>
      </a:accent5>
      <a:accent6>
        <a:srgbClr val="363F4C"/>
      </a:accent6>
      <a:hlink>
        <a:srgbClr val="434343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NEGATIV" id="{DF9548ED-BB1C-429E-AF89-F056F1548A05}" vid="{D0696DEF-DCB1-4965-AA38-710021A7D0CE}"/>
    </a:ext>
  </a:extLst>
</a:theme>
</file>

<file path=ppt/theme/theme2.xml><?xml version="1.0" encoding="utf-8"?>
<a:theme xmlns:a="http://schemas.openxmlformats.org/drawingml/2006/main" name="REIN_BLUE">
  <a:themeElements>
    <a:clrScheme name="Rein Medical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556D96"/>
      </a:accent1>
      <a:accent2>
        <a:srgbClr val="212121"/>
      </a:accent2>
      <a:accent3>
        <a:srgbClr val="A9B9D3"/>
      </a:accent3>
      <a:accent4>
        <a:srgbClr val="26529E"/>
      </a:accent4>
      <a:accent5>
        <a:srgbClr val="62779B"/>
      </a:accent5>
      <a:accent6>
        <a:srgbClr val="363F4C"/>
      </a:accent6>
      <a:hlink>
        <a:srgbClr val="434343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IN_BLUE" id="{2EA9A8DF-EAA1-4727-95EF-E633F855899F}" vid="{31ABBF81-3A8F-484F-B7FD-2B6370C82CFB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DesignNEGATIV</Template>
  <TotalTime>0</TotalTime>
  <Words>81</Words>
  <Application>Microsoft Office PowerPoint</Application>
  <PresentationFormat>Bildschirmpräsentation (16:9)</PresentationFormat>
  <Paragraphs>17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11" baseType="lpstr">
      <vt:lpstr>Catamaran Light</vt:lpstr>
      <vt:lpstr>Rajdhani</vt:lpstr>
      <vt:lpstr>Arial</vt:lpstr>
      <vt:lpstr>Calibri</vt:lpstr>
      <vt:lpstr>Calibri Light</vt:lpstr>
      <vt:lpstr>Livvic</vt:lpstr>
      <vt:lpstr>1_DesignNEGATIV</vt:lpstr>
      <vt:lpstr>REIN_BLUE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Mona Fels</dc:creator>
  <cp:lastModifiedBy>Sebastian Ueberwolf</cp:lastModifiedBy>
  <cp:revision>183</cp:revision>
  <dcterms:modified xsi:type="dcterms:W3CDTF">2026-06-19T09:22:31Z</dcterms:modified>
</cp:coreProperties>
</file>