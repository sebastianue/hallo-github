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92608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ORPHEUS (IDM / Universitätsklinikum Hamburg-Eppendorf)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UMSETZUNG /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Zwei Partner-Kandidaten im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8138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34343"/>
                </a:solidFill>
                <a:latin typeface="Calibri"/>
              </a:rPr>
              <a:t>Wir bauen die Sprach-Engine nicht selbst, sondern integrieren einen Partner in unser System. Zwei Kandidaten: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8046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265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Sally.io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 / klinisch erprobt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OP-Bezug vorhanden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Für uns anpassbar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Hohe Reife / 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API-/Integrationsstärke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Aktueller Fokus:  ORPHEUS = Klinik-Dokumentation  ·  Sally.io = Konferenzen / Meetings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integrieren eine dieser Engines und ergänzen unseren OP-Live-/KIS-Layer (sterile Live-Doku + API).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09728" cy="713232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0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109728" cy="713232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0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109728" cy="71323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4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0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8496"/>
            <a:ext cx="109728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00" b="0">
                <a:solidFill>
                  <a:srgbClr val="434343"/>
                </a:solidFill>
                <a:latin typeface="Calibri"/>
              </a:rPr>
              <a:t>Universitätsklinikum Hamburg-Eppendorf baute selbst ORPHEUS; Technische Universität München forscht an OP-Spracherkennung; 98 % einer Umfrage halten Sprachtechnik für wünschenswert.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3659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Calibri"/>
              </a:rPr>
              <a:t>Beleg 98 %: Fazit-Studie – 98 % halten Sprachtechnik für die Dokumentation für wünschenswert/umsetzbar, 90 % erwarten OP-taugliche Genauigkeit (berichtet via CIO.de).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23" y="1828800"/>
            <a:ext cx="751135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Reihenfolge steht – Terminierung bewusst offen. Start, sobald grünes Licht da 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Entscheidung &amp; Umsetzung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0" y="1645920"/>
            <a:ext cx="2834640" cy="278892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08192" y="1783080"/>
            <a:ext cx="25420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Umsetzung mit Partner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434343"/>
                </a:solidFill>
                <a:latin typeface="Calibri"/>
              </a:rPr>
              <a:t>Engine integrieren, nicht selbst bauen: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ORPHEUS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medizinisch erprobt, DE-souverän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34343"/>
                </a:solidFill>
                <a:latin typeface="Calibri"/>
              </a:rPr>
              <a:t>Sally.io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sehr anpassbar, bisher Konferenzen</a:t>
            </a:r>
          </a:p>
          <a:p>
            <a:pPr algn="l">
              <a:spcAft>
                <a:spcPts val="200"/>
              </a:spcAft>
            </a:pPr>
            <a:r>
              <a:rPr sz="7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8B57"/>
                </a:solidFill>
                <a:latin typeface="Calibri"/>
              </a:rPr>
              <a:t>Wir ergänzen den OP-/KIS-Layer.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