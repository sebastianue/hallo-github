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835" r:id="rId1"/>
    <p:sldMasterId id="2147483849" r:id="rId2"/>
  </p:sldMasterIdLst>
  <p:notesMasterIdLst>
    <p:notesMasterId r:id="rId6"/>
  </p:notesMasterIdLst>
  <p:sldIdLst>
    <p:sldId id="472" r:id="rId3"/>
    <p:sldId id="473" r:id="rId5"/>
    <p:sldId id="474" r:id="rId4"/>
    <p:sldId id="475" r:id="rId20"/>
    <p:sldId id="476" r:id="rId21"/>
    <p:sldId id="477" r:id="rId22"/>
    <p:sldId id="478" r:id="rId23"/>
    <p:sldId id="479" r:id="rId24"/>
    <p:sldId id="480" r:id="rId25"/>
    <p:sldId id="481" r:id="rId26"/>
  </p:sldIdLst>
  <p:sldSz cx="9144000" cy="5143500" type="screen16x9"/>
  <p:notesSz cx="6858000" cy="9144000"/>
  <p:embeddedFontLst>
    <p:embeddedFont>
      <p:font typeface="Catamaran Light" panose="020B0604020202020204" charset="0"/>
      <p:regular r:id="rId7"/>
      <p:bold r:id="rId8"/>
    </p:embeddedFont>
    <p:embeddedFont>
      <p:font typeface="Livvic" pitchFamily="2" charset="0"/>
      <p:regular r:id="rId9"/>
      <p:bold r:id="rId10"/>
      <p:italic r:id="rId11"/>
      <p:boldItalic r:id="rId12"/>
    </p:embeddedFont>
    <p:embeddedFont>
      <p:font typeface="Rajdhani" panose="02000000000000000000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5566"/>
    <a:srgbClr val="657E93"/>
    <a:srgbClr val="3F4A5B"/>
    <a:srgbClr val="0F5A8E"/>
    <a:srgbClr val="007FA5"/>
    <a:srgbClr val="647C90"/>
    <a:srgbClr val="58585A"/>
    <a:srgbClr val="000000"/>
    <a:srgbClr val="0F79A1"/>
    <a:srgbClr val="212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1F137A4-5C18-4CAB-A9C6-180C8D302EA5}">
  <a:tblStyle styleId="{F1F137A4-5C18-4CAB-A9C6-180C8D302EA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85087" autoAdjust="0"/>
  </p:normalViewPr>
  <p:slideViewPr>
    <p:cSldViewPr snapToGrid="0">
      <p:cViewPr varScale="1">
        <p:scale>
          <a:sx n="178" d="100"/>
          <a:sy n="178" d="100"/>
        </p:scale>
        <p:origin x="3900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Ueberwolf" userId="b369b639-5320-4a66-8007-93f0f8052dbf" providerId="ADAL" clId="{9F4DABB5-68D7-4181-AD38-6951E0067D00}"/>
    <pc:docChg chg="delSld">
      <pc:chgData name="Sebastian Ueberwolf" userId="b369b639-5320-4a66-8007-93f0f8052dbf" providerId="ADAL" clId="{9F4DABB5-68D7-4181-AD38-6951E0067D00}" dt="2026-06-19T09:22:25.525" v="32" actId="47"/>
      <pc:docMkLst>
        <pc:docMk/>
      </pc:docMkLst>
      <pc:sldChg chg="del">
        <pc:chgData name="Sebastian Ueberwolf" userId="b369b639-5320-4a66-8007-93f0f8052dbf" providerId="ADAL" clId="{9F4DABB5-68D7-4181-AD38-6951E0067D00}" dt="2026-06-19T09:22:14.520" v="20" actId="47"/>
        <pc:sldMkLst>
          <pc:docMk/>
          <pc:sldMk cId="0" sldId="278"/>
        </pc:sldMkLst>
      </pc:sldChg>
      <pc:sldChg chg="del">
        <pc:chgData name="Sebastian Ueberwolf" userId="b369b639-5320-4a66-8007-93f0f8052dbf" providerId="ADAL" clId="{9F4DABB5-68D7-4181-AD38-6951E0067D00}" dt="2026-06-19T09:22:25.525" v="32" actId="47"/>
        <pc:sldMkLst>
          <pc:docMk/>
          <pc:sldMk cId="0" sldId="281"/>
        </pc:sldMkLst>
      </pc:sldChg>
      <pc:sldChg chg="del">
        <pc:chgData name="Sebastian Ueberwolf" userId="b369b639-5320-4a66-8007-93f0f8052dbf" providerId="ADAL" clId="{9F4DABB5-68D7-4181-AD38-6951E0067D00}" dt="2026-06-19T09:22:13.837" v="19" actId="47"/>
        <pc:sldMkLst>
          <pc:docMk/>
          <pc:sldMk cId="3470734336" sldId="297"/>
        </pc:sldMkLst>
      </pc:sldChg>
      <pc:sldChg chg="del">
        <pc:chgData name="Sebastian Ueberwolf" userId="b369b639-5320-4a66-8007-93f0f8052dbf" providerId="ADAL" clId="{9F4DABB5-68D7-4181-AD38-6951E0067D00}" dt="2026-06-19T09:18:21.213" v="2" actId="47"/>
        <pc:sldMkLst>
          <pc:docMk/>
          <pc:sldMk cId="0" sldId="330"/>
        </pc:sldMkLst>
      </pc:sldChg>
      <pc:sldChg chg="del">
        <pc:chgData name="Sebastian Ueberwolf" userId="b369b639-5320-4a66-8007-93f0f8052dbf" providerId="ADAL" clId="{9F4DABB5-68D7-4181-AD38-6951E0067D00}" dt="2026-06-19T09:20:39.394" v="16" actId="47"/>
        <pc:sldMkLst>
          <pc:docMk/>
          <pc:sldMk cId="3332359231" sldId="334"/>
        </pc:sldMkLst>
      </pc:sldChg>
      <pc:sldChg chg="del">
        <pc:chgData name="Sebastian Ueberwolf" userId="b369b639-5320-4a66-8007-93f0f8052dbf" providerId="ADAL" clId="{9F4DABB5-68D7-4181-AD38-6951E0067D00}" dt="2026-06-19T09:22:24.519" v="31" actId="47"/>
        <pc:sldMkLst>
          <pc:docMk/>
          <pc:sldMk cId="2295486066" sldId="335"/>
        </pc:sldMkLst>
      </pc:sldChg>
      <pc:sldChg chg="del">
        <pc:chgData name="Sebastian Ueberwolf" userId="b369b639-5320-4a66-8007-93f0f8052dbf" providerId="ADAL" clId="{9F4DABB5-68D7-4181-AD38-6951E0067D00}" dt="2026-06-19T09:20:42.623" v="17" actId="47"/>
        <pc:sldMkLst>
          <pc:docMk/>
          <pc:sldMk cId="620625929" sldId="369"/>
        </pc:sldMkLst>
      </pc:sldChg>
      <pc:sldChg chg="del">
        <pc:chgData name="Sebastian Ueberwolf" userId="b369b639-5320-4a66-8007-93f0f8052dbf" providerId="ADAL" clId="{9F4DABB5-68D7-4181-AD38-6951E0067D00}" dt="2026-06-19T09:20:35.901" v="14" actId="47"/>
        <pc:sldMkLst>
          <pc:docMk/>
          <pc:sldMk cId="2941588710" sldId="372"/>
        </pc:sldMkLst>
      </pc:sldChg>
      <pc:sldChg chg="del">
        <pc:chgData name="Sebastian Ueberwolf" userId="b369b639-5320-4a66-8007-93f0f8052dbf" providerId="ADAL" clId="{9F4DABB5-68D7-4181-AD38-6951E0067D00}" dt="2026-06-19T09:18:28.723" v="3" actId="47"/>
        <pc:sldMkLst>
          <pc:docMk/>
          <pc:sldMk cId="3964562819" sldId="404"/>
        </pc:sldMkLst>
      </pc:sldChg>
      <pc:sldChg chg="del">
        <pc:chgData name="Sebastian Ueberwolf" userId="b369b639-5320-4a66-8007-93f0f8052dbf" providerId="ADAL" clId="{9F4DABB5-68D7-4181-AD38-6951E0067D00}" dt="2026-06-19T09:22:15.125" v="21" actId="47"/>
        <pc:sldMkLst>
          <pc:docMk/>
          <pc:sldMk cId="2050415102" sldId="492"/>
        </pc:sldMkLst>
      </pc:sldChg>
      <pc:sldChg chg="del">
        <pc:chgData name="Sebastian Ueberwolf" userId="b369b639-5320-4a66-8007-93f0f8052dbf" providerId="ADAL" clId="{9F4DABB5-68D7-4181-AD38-6951E0067D00}" dt="2026-06-19T09:22:21.281" v="27" actId="47"/>
        <pc:sldMkLst>
          <pc:docMk/>
          <pc:sldMk cId="2190273714" sldId="501"/>
        </pc:sldMkLst>
      </pc:sldChg>
      <pc:sldChg chg="del">
        <pc:chgData name="Sebastian Ueberwolf" userId="b369b639-5320-4a66-8007-93f0f8052dbf" providerId="ADAL" clId="{9F4DABB5-68D7-4181-AD38-6951E0067D00}" dt="2026-06-19T09:22:21.900" v="28" actId="47"/>
        <pc:sldMkLst>
          <pc:docMk/>
          <pc:sldMk cId="4021896936" sldId="502"/>
        </pc:sldMkLst>
      </pc:sldChg>
      <pc:sldChg chg="del">
        <pc:chgData name="Sebastian Ueberwolf" userId="b369b639-5320-4a66-8007-93f0f8052dbf" providerId="ADAL" clId="{9F4DABB5-68D7-4181-AD38-6951E0067D00}" dt="2026-06-19T09:19:16.726" v="8" actId="47"/>
        <pc:sldMkLst>
          <pc:docMk/>
          <pc:sldMk cId="3397711090" sldId="503"/>
        </pc:sldMkLst>
      </pc:sldChg>
      <pc:sldChg chg="del">
        <pc:chgData name="Sebastian Ueberwolf" userId="b369b639-5320-4a66-8007-93f0f8052dbf" providerId="ADAL" clId="{9F4DABB5-68D7-4181-AD38-6951E0067D00}" dt="2026-06-19T09:19:17.914" v="9" actId="47"/>
        <pc:sldMkLst>
          <pc:docMk/>
          <pc:sldMk cId="1001296345" sldId="504"/>
        </pc:sldMkLst>
      </pc:sldChg>
      <pc:sldChg chg="del">
        <pc:chgData name="Sebastian Ueberwolf" userId="b369b639-5320-4a66-8007-93f0f8052dbf" providerId="ADAL" clId="{9F4DABB5-68D7-4181-AD38-6951E0067D00}" dt="2026-06-19T09:19:18.973" v="10" actId="47"/>
        <pc:sldMkLst>
          <pc:docMk/>
          <pc:sldMk cId="2816113376" sldId="505"/>
        </pc:sldMkLst>
      </pc:sldChg>
      <pc:sldChg chg="del">
        <pc:chgData name="Sebastian Ueberwolf" userId="b369b639-5320-4a66-8007-93f0f8052dbf" providerId="ADAL" clId="{9F4DABB5-68D7-4181-AD38-6951E0067D00}" dt="2026-06-19T09:22:22.752" v="29" actId="47"/>
        <pc:sldMkLst>
          <pc:docMk/>
          <pc:sldMk cId="4072006883" sldId="506"/>
        </pc:sldMkLst>
      </pc:sldChg>
      <pc:sldChg chg="del">
        <pc:chgData name="Sebastian Ueberwolf" userId="b369b639-5320-4a66-8007-93f0f8052dbf" providerId="ADAL" clId="{9F4DABB5-68D7-4181-AD38-6951E0067D00}" dt="2026-06-19T09:19:43.894" v="11" actId="47"/>
        <pc:sldMkLst>
          <pc:docMk/>
          <pc:sldMk cId="3981293258" sldId="507"/>
        </pc:sldMkLst>
      </pc:sldChg>
      <pc:sldChg chg="del">
        <pc:chgData name="Sebastian Ueberwolf" userId="b369b639-5320-4a66-8007-93f0f8052dbf" providerId="ADAL" clId="{9F4DABB5-68D7-4181-AD38-6951E0067D00}" dt="2026-06-19T09:19:58.263" v="12" actId="47"/>
        <pc:sldMkLst>
          <pc:docMk/>
          <pc:sldMk cId="3141250790" sldId="508"/>
        </pc:sldMkLst>
      </pc:sldChg>
      <pc:sldChg chg="del">
        <pc:chgData name="Sebastian Ueberwolf" userId="b369b639-5320-4a66-8007-93f0f8052dbf" providerId="ADAL" clId="{9F4DABB5-68D7-4181-AD38-6951E0067D00}" dt="2026-06-19T09:22:15.963" v="22" actId="47"/>
        <pc:sldMkLst>
          <pc:docMk/>
          <pc:sldMk cId="1627587574" sldId="512"/>
        </pc:sldMkLst>
      </pc:sldChg>
      <pc:sldChg chg="del">
        <pc:chgData name="Sebastian Ueberwolf" userId="b369b639-5320-4a66-8007-93f0f8052dbf" providerId="ADAL" clId="{9F4DABB5-68D7-4181-AD38-6951E0067D00}" dt="2026-06-19T09:22:16.471" v="23" actId="47"/>
        <pc:sldMkLst>
          <pc:docMk/>
          <pc:sldMk cId="2321768700" sldId="520"/>
        </pc:sldMkLst>
      </pc:sldChg>
      <pc:sldChg chg="del">
        <pc:chgData name="Sebastian Ueberwolf" userId="b369b639-5320-4a66-8007-93f0f8052dbf" providerId="ADAL" clId="{9F4DABB5-68D7-4181-AD38-6951E0067D00}" dt="2026-06-19T09:22:18.814" v="25" actId="47"/>
        <pc:sldMkLst>
          <pc:docMk/>
          <pc:sldMk cId="1592594551" sldId="521"/>
        </pc:sldMkLst>
      </pc:sldChg>
      <pc:sldChg chg="del">
        <pc:chgData name="Sebastian Ueberwolf" userId="b369b639-5320-4a66-8007-93f0f8052dbf" providerId="ADAL" clId="{9F4DABB5-68D7-4181-AD38-6951E0067D00}" dt="2026-06-19T09:22:23.800" v="30" actId="47"/>
        <pc:sldMkLst>
          <pc:docMk/>
          <pc:sldMk cId="3509910936" sldId="522"/>
        </pc:sldMkLst>
      </pc:sldChg>
      <pc:sldChg chg="del">
        <pc:chgData name="Sebastian Ueberwolf" userId="b369b639-5320-4a66-8007-93f0f8052dbf" providerId="ADAL" clId="{9F4DABB5-68D7-4181-AD38-6951E0067D00}" dt="2026-06-19T09:20:35.933" v="15" actId="47"/>
        <pc:sldMkLst>
          <pc:docMk/>
          <pc:sldMk cId="1707570652" sldId="523"/>
        </pc:sldMkLst>
      </pc:sldChg>
      <pc:sldChg chg="del">
        <pc:chgData name="Sebastian Ueberwolf" userId="b369b639-5320-4a66-8007-93f0f8052dbf" providerId="ADAL" clId="{9F4DABB5-68D7-4181-AD38-6951E0067D00}" dt="2026-06-19T09:22:17.637" v="24" actId="47"/>
        <pc:sldMkLst>
          <pc:docMk/>
          <pc:sldMk cId="3061221842" sldId="528"/>
        </pc:sldMkLst>
      </pc:sldChg>
      <pc:sldChg chg="del">
        <pc:chgData name="Sebastian Ueberwolf" userId="b369b639-5320-4a66-8007-93f0f8052dbf" providerId="ADAL" clId="{9F4DABB5-68D7-4181-AD38-6951E0067D00}" dt="2026-06-19T09:22:20.663" v="26" actId="47"/>
        <pc:sldMkLst>
          <pc:docMk/>
          <pc:sldMk cId="3274931093" sldId="529"/>
        </pc:sldMkLst>
      </pc:sldChg>
      <pc:sldChg chg="del">
        <pc:chgData name="Sebastian Ueberwolf" userId="b369b639-5320-4a66-8007-93f0f8052dbf" providerId="ADAL" clId="{9F4DABB5-68D7-4181-AD38-6951E0067D00}" dt="2026-06-19T09:19:12.085" v="7" actId="47"/>
        <pc:sldMkLst>
          <pc:docMk/>
          <pc:sldMk cId="1385729841" sldId="530"/>
        </pc:sldMkLst>
      </pc:sldChg>
      <pc:sldChg chg="del">
        <pc:chgData name="Sebastian Ueberwolf" userId="b369b639-5320-4a66-8007-93f0f8052dbf" providerId="ADAL" clId="{9F4DABB5-68D7-4181-AD38-6951E0067D00}" dt="2026-06-19T09:22:11.848" v="18" actId="47"/>
        <pc:sldMkLst>
          <pc:docMk/>
          <pc:sldMk cId="2081495097" sldId="531"/>
        </pc:sldMkLst>
      </pc:sldChg>
      <pc:sldChg chg="del">
        <pc:chgData name="Sebastian Ueberwolf" userId="b369b639-5320-4a66-8007-93f0f8052dbf" providerId="ADAL" clId="{9F4DABB5-68D7-4181-AD38-6951E0067D00}" dt="2026-06-19T09:18:33.895" v="4" actId="47"/>
        <pc:sldMkLst>
          <pc:docMk/>
          <pc:sldMk cId="24238245" sldId="533"/>
        </pc:sldMkLst>
      </pc:sldChg>
      <pc:sldChg chg="del">
        <pc:chgData name="Sebastian Ueberwolf" userId="b369b639-5320-4a66-8007-93f0f8052dbf" providerId="ADAL" clId="{9F4DABB5-68D7-4181-AD38-6951E0067D00}" dt="2026-06-19T09:18:35.738" v="5" actId="47"/>
        <pc:sldMkLst>
          <pc:docMk/>
          <pc:sldMk cId="2106281468" sldId="534"/>
        </pc:sldMkLst>
      </pc:sldChg>
      <pc:sldChg chg="del">
        <pc:chgData name="Sebastian Ueberwolf" userId="b369b639-5320-4a66-8007-93f0f8052dbf" providerId="ADAL" clId="{9F4DABB5-68D7-4181-AD38-6951E0067D00}" dt="2026-06-19T09:18:36.676" v="6" actId="47"/>
        <pc:sldMkLst>
          <pc:docMk/>
          <pc:sldMk cId="1170182434" sldId="535"/>
        </pc:sldMkLst>
      </pc:sldChg>
      <pc:sldChg chg="del">
        <pc:chgData name="Sebastian Ueberwolf" userId="b369b639-5320-4a66-8007-93f0f8052dbf" providerId="ADAL" clId="{9F4DABB5-68D7-4181-AD38-6951E0067D00}" dt="2026-06-19T09:20:27.705" v="13" actId="47"/>
        <pc:sldMkLst>
          <pc:docMk/>
          <pc:sldMk cId="316494755" sldId="907"/>
        </pc:sldMkLst>
      </pc:sldChg>
      <pc:sldChg chg="del">
        <pc:chgData name="Sebastian Ueberwolf" userId="b369b639-5320-4a66-8007-93f0f8052dbf" providerId="ADAL" clId="{9F4DABB5-68D7-4181-AD38-6951E0067D00}" dt="2026-06-19T09:18:10.583" v="0" actId="47"/>
        <pc:sldMkLst>
          <pc:docMk/>
          <pc:sldMk cId="3579859440" sldId="908"/>
        </pc:sldMkLst>
      </pc:sldChg>
      <pc:sldChg chg="del">
        <pc:chgData name="Sebastian Ueberwolf" userId="b369b639-5320-4a66-8007-93f0f8052dbf" providerId="ADAL" clId="{9F4DABB5-68D7-4181-AD38-6951E0067D00}" dt="2026-06-19T09:18:12.167" v="1" actId="47"/>
        <pc:sldMkLst>
          <pc:docMk/>
          <pc:sldMk cId="812156045" sldId="9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Rajdhani" panose="02000000000000000000" pitchFamily="2" charset="0"/>
        <a:ea typeface="Rajdhani" panose="02000000000000000000" pitchFamily="2" charset="0"/>
        <a:cs typeface="Rajdhani" panose="02000000000000000000" pitchFamily="2" charset="0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de-DE"/>
          </a:p>
        </p:txBody>
      </p:sp>
      <p:sp>
        <p:nvSpPr>
          <p:cNvPr id="125" name="Google Shape;12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81110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platzhalter 1">
            <a:extLst>
              <a:ext uri="{FF2B5EF4-FFF2-40B4-BE49-F238E27FC236}">
                <a16:creationId xmlns:a16="http://schemas.microsoft.com/office/drawing/2014/main" id="{55D5AA19-7187-F6FF-4ED0-CE469E0DE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8A561566-5232-A950-6B2D-3DC177FA1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2395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80D8CC1A-EE7A-43CF-852C-D1214CD9DD1C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Titel 3">
            <a:extLst>
              <a:ext uri="{FF2B5EF4-FFF2-40B4-BE49-F238E27FC236}">
                <a16:creationId xmlns:a16="http://schemas.microsoft.com/office/drawing/2014/main" id="{403ECF09-3054-1A90-9E0D-636675FE1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31FCA0E9-2668-3128-2F27-A0ABC5DF7D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CD383422-5D51-A098-20B4-48D79027777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1" name="Textplatzhalter 16">
            <a:extLst>
              <a:ext uri="{FF2B5EF4-FFF2-40B4-BE49-F238E27FC236}">
                <a16:creationId xmlns:a16="http://schemas.microsoft.com/office/drawing/2014/main" id="{E9BDC97B-DE59-5D56-95FD-D197CA0A5F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2" name="Textplatzhalter 18">
            <a:extLst>
              <a:ext uri="{FF2B5EF4-FFF2-40B4-BE49-F238E27FC236}">
                <a16:creationId xmlns:a16="http://schemas.microsoft.com/office/drawing/2014/main" id="{09F99A7D-F787-CE9A-5946-33F635A2DB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3" name="Textplatzhalter 16">
            <a:extLst>
              <a:ext uri="{FF2B5EF4-FFF2-40B4-BE49-F238E27FC236}">
                <a16:creationId xmlns:a16="http://schemas.microsoft.com/office/drawing/2014/main" id="{53A3768D-05ED-0777-C45C-82F19D4549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4" name="Textplatzhalter 18">
            <a:extLst>
              <a:ext uri="{FF2B5EF4-FFF2-40B4-BE49-F238E27FC236}">
                <a16:creationId xmlns:a16="http://schemas.microsoft.com/office/drawing/2014/main" id="{2CAB89BB-09F7-BCDA-CBD0-EDE068FEE7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2E52A696-55D0-F724-465F-8254EAA332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F41D3CED-7FA4-FD56-CA32-478A146335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450D09B5-AF73-889F-5828-56DC1AD221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100631E0-855A-5870-7426-E69F23E0A6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99019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2">
            <a:extLst>
              <a:ext uri="{FF2B5EF4-FFF2-40B4-BE49-F238E27FC236}">
                <a16:creationId xmlns:a16="http://schemas.microsoft.com/office/drawing/2014/main" id="{D25749C2-A6E1-DAE3-EA0E-5432F1AE3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itelplatzhalter 1">
            <a:extLst>
              <a:ext uri="{FF2B5EF4-FFF2-40B4-BE49-F238E27FC236}">
                <a16:creationId xmlns:a16="http://schemas.microsoft.com/office/drawing/2014/main" id="{26ACF2CE-C8C9-8013-B6BC-7CC585D3A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Bildplatzhalter 15">
            <a:extLst>
              <a:ext uri="{FF2B5EF4-FFF2-40B4-BE49-F238E27FC236}">
                <a16:creationId xmlns:a16="http://schemas.microsoft.com/office/drawing/2014/main" id="{4D7FED91-A5FF-1B82-CA1C-A38A6E02A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Rechteck 5">
            <a:extLst>
              <a:ext uri="{FF2B5EF4-FFF2-40B4-BE49-F238E27FC236}">
                <a16:creationId xmlns:a16="http://schemas.microsoft.com/office/drawing/2014/main" id="{32A890A3-D4C2-11F8-C5DC-F8D85C5EA47B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Rechteck 5">
            <a:extLst>
              <a:ext uri="{FF2B5EF4-FFF2-40B4-BE49-F238E27FC236}">
                <a16:creationId xmlns:a16="http://schemas.microsoft.com/office/drawing/2014/main" id="{F6F4AA5D-0153-999F-4BB7-F1DBA67C25CE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BB8AA64-2F85-78DA-586E-8631D0A3BCF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F9E34547-D397-4D37-5DF2-61B5FC5326B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2936" y="960893"/>
            <a:ext cx="806739" cy="81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934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3958243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395809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1"/>
            <a:ext cx="1440298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20920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694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0333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0380" y="8034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 marL="1028700" indent="0"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</a:t>
            </a:r>
            <a:r>
              <a:rPr lang="de-DE" dirty="0" err="1"/>
              <a:t>bearbeiteVierte</a:t>
            </a:r>
            <a:r>
              <a:rPr lang="de-DE" dirty="0"/>
              <a:t>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550317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WHO I AM 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7636" y="427203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 sz="1400">
                <a:solidFill>
                  <a:schemeClr val="bg1"/>
                </a:solidFill>
                <a:latin typeface="+mj-lt"/>
              </a:defRPr>
            </a:lvl4pPr>
            <a:lvl5pPr>
              <a:defRPr sz="14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538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9390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7779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79426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99424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Rajdhani" panose="02000000000000000000" pitchFamily="2" charset="0"/>
                <a:cs typeface="Rajdhani" panose="02000000000000000000" pitchFamily="2" charset="0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48960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>
            <a:extLst>
              <a:ext uri="{FF2B5EF4-FFF2-40B4-BE49-F238E27FC236}">
                <a16:creationId xmlns:a16="http://schemas.microsoft.com/office/drawing/2014/main" id="{4E21E274-3587-E4FB-A148-8C4CDB65B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E0975769-CF2D-A7B6-EAE2-26DD97B84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69399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2">
            <a:extLst>
              <a:ext uri="{FF2B5EF4-FFF2-40B4-BE49-F238E27FC236}">
                <a16:creationId xmlns:a16="http://schemas.microsoft.com/office/drawing/2014/main" id="{4B67E5E4-BA7D-44A4-9B98-E89DCC34A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Titelplatzhalter 1">
            <a:extLst>
              <a:ext uri="{FF2B5EF4-FFF2-40B4-BE49-F238E27FC236}">
                <a16:creationId xmlns:a16="http://schemas.microsoft.com/office/drawing/2014/main" id="{F55DA506-8C3E-3E2D-2FCB-FBFB548BF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FFAA0284-12FB-34AF-FFE2-B0CCB21F09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Rechteck 5">
            <a:extLst>
              <a:ext uri="{FF2B5EF4-FFF2-40B4-BE49-F238E27FC236}">
                <a16:creationId xmlns:a16="http://schemas.microsoft.com/office/drawing/2014/main" id="{3BD5DED6-B758-4268-5BB3-F38BCBC114A0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Rechteck 5">
            <a:extLst>
              <a:ext uri="{FF2B5EF4-FFF2-40B4-BE49-F238E27FC236}">
                <a16:creationId xmlns:a16="http://schemas.microsoft.com/office/drawing/2014/main" id="{FF904EF6-B8C9-CCF6-511A-E122DC7291A5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5C65033-875F-1218-B154-8065146061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A843F67-6CA8-49ED-7836-11875B05CA7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2790" y="1060971"/>
            <a:ext cx="653299" cy="66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70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F6FD1D9-9D5B-8641-A157-EECA89FA3C21}"/>
              </a:ext>
            </a:extLst>
          </p:cNvPr>
          <p:cNvSpPr/>
          <p:nvPr userDrawn="1"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5" name="Titel 3">
            <a:extLst>
              <a:ext uri="{FF2B5EF4-FFF2-40B4-BE49-F238E27FC236}">
                <a16:creationId xmlns:a16="http://schemas.microsoft.com/office/drawing/2014/main" id="{2E4987B7-CC5F-2AE0-C738-E669026797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77AA2452-95AF-3925-BB82-3C5E9A511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599CE4D3-32E6-C691-ABEF-56BC921F82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5DFE236E-E1C0-B865-BA41-8645E3283B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6" name="Textplatzhalter 18">
            <a:extLst>
              <a:ext uri="{FF2B5EF4-FFF2-40B4-BE49-F238E27FC236}">
                <a16:creationId xmlns:a16="http://schemas.microsoft.com/office/drawing/2014/main" id="{3E8DE7EA-06A4-25BB-5C55-D036BF75B5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76B7233F-CD4F-D6B6-9AC1-3D513EB5D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1A3D7DFA-A662-7E40-6850-B3337CC137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54716360-2F0E-1881-C7E7-CBDB299CBC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17413391-1B20-6BD1-71CF-A07C114B22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5F12F9DD-EEAD-9A91-ADA5-7C9A7945E1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E9D55BAC-2054-D68B-05B5-ADE9738B1B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3809807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18646465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40608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0"/>
            <a:ext cx="1440301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+mj-lt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299544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30838329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89040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0380" y="803450"/>
            <a:ext cx="1258136" cy="22717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 marL="609600" indent="0"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Google Shape;236;p35">
            <a:extLst>
              <a:ext uri="{FF2B5EF4-FFF2-40B4-BE49-F238E27FC236}">
                <a16:creationId xmlns:a16="http://schemas.microsoft.com/office/drawing/2014/main" id="{313AD04C-DA2D-67FE-3745-53C9809588CB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48098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3496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0755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3973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16691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09177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+mn-lt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38609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56734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35285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5916734-5916-E3F3-D248-6395096EBD4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0892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9.xml"/><Relationship Id="rId17" Type="http://schemas.openxmlformats.org/officeDocument/2006/relationships/theme" Target="../theme/theme2.xml"/><Relationship Id="rId18" Type="http://schemas.openxmlformats.org/officeDocument/2006/relationships/image" Target="../media/image5.jpeg"/><Relationship Id="rId19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Schrift, Tex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88192317-9916-A1EB-E85E-A3DC6E69A21A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486650" y="206724"/>
            <a:ext cx="1509972" cy="308188"/>
          </a:xfrm>
          <a:prstGeom prst="rect">
            <a:avLst/>
          </a:prstGeom>
        </p:spPr>
      </p:pic>
      <p:sp>
        <p:nvSpPr>
          <p:cNvPr id="11" name="Datumsplatzhalter 1">
            <a:extLst>
              <a:ext uri="{FF2B5EF4-FFF2-40B4-BE49-F238E27FC236}">
                <a16:creationId xmlns:a16="http://schemas.microsoft.com/office/drawing/2014/main" id="{0F1E42CF-579C-6363-E648-3DDA48CC56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96019094-8B4B-4F6D-AE95-567C818C7CA1}" type="datetimeFigureOut">
              <a:rPr lang="de-DE" smtClean="0"/>
              <a:pPr/>
              <a:t>19.06.2026</a:t>
            </a:fld>
            <a:endParaRPr lang="de-DE" dirty="0"/>
          </a:p>
        </p:txBody>
      </p:sp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1F088D16-A699-EFD3-6174-88A54216A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3">
            <a:extLst>
              <a:ext uri="{FF2B5EF4-FFF2-40B4-BE49-F238E27FC236}">
                <a16:creationId xmlns:a16="http://schemas.microsoft.com/office/drawing/2014/main" id="{AE5812E8-35B3-D54F-7ABB-AE3CEBF66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55BEE040-1334-44C3-B89B-A8F9A7BD049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181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6" r:id="rId1"/>
    <p:sldLayoutId id="2147483837" r:id="rId2"/>
    <p:sldLayoutId id="2147483838" r:id="rId3"/>
    <p:sldLayoutId id="2147483839" r:id="rId4"/>
    <p:sldLayoutId id="2147483840" r:id="rId5"/>
    <p:sldLayoutId id="2147483841" r:id="rId6"/>
    <p:sldLayoutId id="2147483842" r:id="rId7"/>
    <p:sldLayoutId id="2147483843" r:id="rId8"/>
    <p:sldLayoutId id="2147483844" r:id="rId9"/>
    <p:sldLayoutId id="2147483845" r:id="rId10"/>
    <p:sldLayoutId id="2147483846" r:id="rId11"/>
    <p:sldLayoutId id="2147483847" r:id="rId12"/>
    <p:sldLayoutId id="2147483848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Rajdhani" panose="02000000000000000000" pitchFamily="2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8097178-54C8-105F-0872-9D8A1A1E2FA2}"/>
              </a:ext>
            </a:extLst>
          </p:cNvPr>
          <p:cNvPicPr>
            <a:picLocks noChangeAspect="1"/>
          </p:cNvPicPr>
          <p:nvPr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Grafik 4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1A6B5B-D119-D7BA-9434-ACAF32B5802A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616612" y="170308"/>
            <a:ext cx="1371538" cy="27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1299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  <p:sldLayoutId id="2147483860" r:id="rId11"/>
    <p:sldLayoutId id="2147483861" r:id="rId12"/>
    <p:sldLayoutId id="2147483862" r:id="rId13"/>
    <p:sldLayoutId id="2147483803" r:id="rId14"/>
    <p:sldLayoutId id="2147483863" r:id="rId15"/>
    <p:sldLayoutId id="21474838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Rajdhani" panose="02000000000000000000" pitchFamily="2" charset="0"/>
          <a:ea typeface="Rajdhani" panose="02000000000000000000" pitchFamily="2" charset="0"/>
          <a:cs typeface="Rajdhani" panose="02000000000000000000" pitchFamily="2" charset="0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152400" marR="0" lvl="0" indent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35A507E3-7242-65F4-96E9-513C48600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FF65D86B-CF0C-E7B1-9D4E-AFCE801B0F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775747" y="-580572"/>
            <a:ext cx="7368251" cy="5735629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83A150A1-55BA-B9C2-4899-8B72205CB073}"/>
              </a:ext>
            </a:extLst>
          </p:cNvPr>
          <p:cNvSpPr/>
          <p:nvPr/>
        </p:nvSpPr>
        <p:spPr>
          <a:xfrm>
            <a:off x="-734257" y="892349"/>
            <a:ext cx="7162271" cy="3358800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C354F57-9DA8-995D-83B5-6B714D78D1E7}"/>
              </a:ext>
            </a:extLst>
          </p:cNvPr>
          <p:cNvSpPr txBox="1"/>
          <p:nvPr/>
        </p:nvSpPr>
        <p:spPr>
          <a:xfrm>
            <a:off x="1656002" y="2389644"/>
            <a:ext cx="46264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52400" indent="0">
              <a:buNone/>
            </a:pPr>
            <a:r>
              <a:rPr sz="3000" b="1">
                <a:solidFill>
                  <a:srgbClr val="FFFFFF"/>
                </a:solidFill>
                <a:latin typeface="Calibri Light"/>
              </a:rPr>
              <a:t>Audio KI im OP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Sprache automatisch dokumentieren – Vorschlag zur Markt-Validierung</a:t>
            </a:r>
          </a:p>
        </p:txBody>
      </p:sp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693D94A4-A9A0-4FB2-5CCB-0AAF7A1E7A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4518" y="1681099"/>
            <a:ext cx="2370890" cy="48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07825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IDEE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Was wir bauen wollen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34343"/>
                </a:solidFill>
                <a:latin typeface="Calibri"/>
              </a:rPr>
              <a:t>Das im OP Gesprochene wird automatisch in Text umgewandelt und </a:t>
            </a:r>
            <a:r>
              <a:rPr sz="1600" b="1">
                <a:solidFill>
                  <a:srgbClr val="26529E"/>
                </a:solidFill>
                <a:latin typeface="Calibri"/>
              </a:rPr>
              <a:t>per API direkt in unsere Software</a:t>
            </a:r>
            <a:r>
              <a:rPr sz="1600" b="0">
                <a:solidFill>
                  <a:srgbClr val="434343"/>
                </a:solidFill>
                <a:latin typeface="Calibri"/>
              </a:rPr>
              <a:t> integriert – kein weiteres Insel-System.</a:t>
            </a:r>
          </a:p>
        </p:txBody>
      </p:sp>
      <p:pic>
        <p:nvPicPr>
          <p:cNvPr id="7" name="Picture 6" descr="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31720"/>
            <a:ext cx="7589519" cy="2103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MARKT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Ein großer, stark wachsender Markt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040" y="1554480"/>
            <a:ext cx="5523918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783080"/>
            <a:ext cx="27432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≈ 18 Mrd. €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Microsoft kaufte Marktführer Nuance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+12 % p.a.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Wachstum medizinische Spracherkennung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E8B57"/>
                </a:solidFill>
                <a:latin typeface="Calibri Light"/>
              </a:rPr>
              <a:t>100 %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der US-Kliniken erproben „Ambient"-KI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Wer macht heute was?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8046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1280160"/>
              </a:tblGrid>
              <a:tr h="371475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Anbieter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Verkauft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OP-Saal?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Nuance / Microsoft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Arztbrief, Arzt-Patient-Gespräch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Solventum (3M)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Doku in die Klinik-Akte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Sprach-Engine, Befundung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Abridge / Nabla / Suki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„Ambient" Arzt-Patient-Doku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MediaInterface (DACH)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Diktat „Made in Germany"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ORPHEUS (IDM / UKE)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Med. Spracherkennung, OP-Berichte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E0922F"/>
                          </a:solidFill>
                          <a:latin typeface="Calibri"/>
                        </a:rPr>
                        <a:t>Teilw.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5E3A"/>
                          </a:solidFill>
                          <a:latin typeface="Calibri"/>
                        </a:rPr>
                        <a:t>Unsere Idee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5E3A"/>
                          </a:solidFill>
                          <a:latin typeface="Calibri"/>
                        </a:rPr>
                        <a:t>Intraoperative Live-Doku, per API ins KIS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E8B57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56D96"/>
                </a:solidFill>
                <a:latin typeface="Calibri"/>
              </a:rPr>
              <a:t>Auch ORPHEUS deckt nur OP-Berichte per Diktat ab – sterile Live-Doku + echte KIS-API bleiben frei.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 IM FOKUS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ORPHEUS – der relevanteste Player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sitio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798" y="1463040"/>
            <a:ext cx="4572402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32120" y="155448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Kernaussagen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1901952"/>
            <a:ext cx="3246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6529E"/>
                </a:solidFill>
                <a:latin typeface="Calibri"/>
              </a:rPr>
              <a:t>• </a:t>
            </a:r>
            <a:r>
              <a:rPr sz="1200" b="1">
                <a:solidFill>
                  <a:srgbClr val="434343"/>
                </a:solidFill>
                <a:latin typeface="Calibri"/>
              </a:rPr>
              <a:t>Reif &amp; DE-souverän: </a:t>
            </a:r>
            <a:r>
              <a:rPr sz="1100" b="0">
                <a:solidFill>
                  <a:srgbClr val="595959"/>
                </a:solidFill>
                <a:latin typeface="Calibri"/>
              </a:rPr>
              <a:t>UKE + 30+ Kliniken, on-prem/DSGVO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2468880"/>
            <a:ext cx="3246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6529E"/>
                </a:solidFill>
                <a:latin typeface="Calibri"/>
              </a:rPr>
              <a:t>• </a:t>
            </a:r>
            <a:r>
              <a:rPr sz="1200" b="1">
                <a:solidFill>
                  <a:srgbClr val="434343"/>
                </a:solidFill>
                <a:latin typeface="Calibri"/>
              </a:rPr>
              <a:t>Aber nur OP-Berichte: </a:t>
            </a:r>
            <a:r>
              <a:rPr sz="1100" b="0">
                <a:solidFill>
                  <a:srgbClr val="595959"/>
                </a:solidFill>
                <a:latin typeface="Calibri"/>
              </a:rPr>
              <a:t>per Diktat – keine sterile Live-Doku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3035808"/>
            <a:ext cx="3246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6529E"/>
                </a:solidFill>
                <a:latin typeface="Calibri"/>
              </a:rPr>
              <a:t>• </a:t>
            </a:r>
            <a:r>
              <a:rPr sz="1200" b="1">
                <a:solidFill>
                  <a:srgbClr val="434343"/>
                </a:solidFill>
                <a:latin typeface="Calibri"/>
              </a:rPr>
              <a:t>Keine belegte KIS-API: </a:t>
            </a:r>
            <a:r>
              <a:rPr sz="1100" b="0">
                <a:solidFill>
                  <a:srgbClr val="595959"/>
                </a:solidFill>
                <a:latin typeface="Calibri"/>
              </a:rPr>
              <a:t>„Cursor-überall", kein HL7/FHIR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3602736"/>
            <a:ext cx="3246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6529E"/>
                </a:solidFill>
                <a:latin typeface="Calibri"/>
              </a:rPr>
              <a:t>• </a:t>
            </a:r>
            <a:r>
              <a:rPr sz="1200" b="1">
                <a:solidFill>
                  <a:srgbClr val="434343"/>
                </a:solidFill>
                <a:latin typeface="Calibri"/>
              </a:rPr>
              <a:t>Auch Partner möglich: </a:t>
            </a:r>
            <a:r>
              <a:rPr sz="1100" b="0">
                <a:solidFill>
                  <a:srgbClr val="595959"/>
                </a:solidFill>
                <a:latin typeface="Calibri"/>
              </a:rPr>
              <a:t>IDM gemeinnützig &amp; offen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07408"/>
            <a:ext cx="8183879" cy="4572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4443984"/>
            <a:ext cx="7909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Empfehlung: IDM-Gespräch suchen (Partner/Baustein) und parallel unseren OP-Live-/API-Layer als Moat schärfen.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CHANCE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Hier ist die Lücke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786" y="1481328"/>
            <a:ext cx="5654426" cy="3154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ERWARTETE RÜCKFRAGE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Wenn die Lücke so gut ist – warum macht es niemand?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09728" cy="676656"/>
          </a:xfrm>
          <a:prstGeom prst="rect">
            <a:avLst/>
          </a:prstGeom>
          <a:solidFill>
            <a:srgbClr val="556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6D96"/>
                </a:solidFill>
                <a:latin typeface="Calibri"/>
              </a:rPr>
              <a:t>Technisch härter:  </a:t>
            </a:r>
            <a:r>
              <a:rPr sz="1250" b="0">
                <a:solidFill>
                  <a:srgbClr val="434343"/>
                </a:solidFill>
                <a:latin typeface="Calibri"/>
              </a:rPr>
              <a:t>Lärm, Mikrofon-Abstand, Masken, mehrere Sprecher. Die Großen holten erst die einfachen Töpfe. → Hürde = Schutz für 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86584"/>
            <a:ext cx="109728" cy="676656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86584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529E"/>
                </a:solidFill>
                <a:latin typeface="Calibri"/>
              </a:rPr>
              <a:t>Timing, nicht Desinteresse:  </a:t>
            </a:r>
            <a:r>
              <a:rPr sz="1250" b="0">
                <a:solidFill>
                  <a:srgbClr val="434343"/>
                </a:solidFill>
                <a:latin typeface="Calibri"/>
              </a:rPr>
              <a:t>Die Großen wandern erkennbar Richtung Chirurgie – wir sind nur früher dran. Fenster ~12–24 Monate.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72968"/>
            <a:ext cx="109728" cy="67665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72968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</a:rPr>
              <a:t>Regulatorik / Kultur:  </a:t>
            </a:r>
            <a:r>
              <a:rPr sz="1250" b="0">
                <a:solidFill>
                  <a:srgbClr val="434343"/>
                </a:solidFill>
                <a:latin typeface="Calibri"/>
              </a:rPr>
              <a:t>Im OP heikler (Haftung, Betriebsrat). Das echte Risiko – evtl. „OP-Bericht" statt „alles aufzeichnen".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59352"/>
            <a:ext cx="109728" cy="67665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59352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Bedarf ist sichtbar:  </a:t>
            </a:r>
            <a:r>
              <a:rPr sz="1250" b="0">
                <a:solidFill>
                  <a:srgbClr val="434343"/>
                </a:solidFill>
                <a:latin typeface="Calibri"/>
              </a:rPr>
              <a:t>UKE baute sich selbst eine Lösung (ORPHEUS), TU München forscht, 98 % einer Umfrage finden es wünschenswert.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Sicherheit ist Pflicht – und Verkaufsargument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utzzi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2353" y="1481328"/>
            <a:ext cx="4459293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74920" y="15727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Was das für unser Produkt heißt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9385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Sichere, standardisierte API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genau unser Ansatz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4140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Ende-zu-Ende-Verschlüsselung</a:t>
            </a:r>
            <a:r>
              <a:rPr sz="1150" b="0">
                <a:solidFill>
                  <a:srgbClr val="595959"/>
                </a:solidFill>
                <a:latin typeface="Calibri"/>
              </a:rPr>
              <a:t> + Pseudonymisierung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88950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Zero-Trust</a:t>
            </a:r>
            <a:r>
              <a:rPr sz="1150" b="0">
                <a:solidFill>
                  <a:srgbClr val="595959"/>
                </a:solidFill>
                <a:latin typeface="Calibri"/>
              </a:rPr>
              <a:t> &amp; rollenbasierte Zugriffe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36499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Security by Design / „Shift-left"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früh = günstiger &amp; schnellere Zulassung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8404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Normen</a:t>
            </a:r>
            <a:r>
              <a:rPr sz="1150" b="0">
                <a:solidFill>
                  <a:srgbClr val="595959"/>
                </a:solidFill>
                <a:latin typeface="Calibri"/>
              </a:rPr>
              <a:t> : MDR · IEC 81001-5-1 · DSGVO · CRA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70832"/>
            <a:ext cx="8092440" cy="42062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07408"/>
            <a:ext cx="7863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Gesundheitswesen: 2–3 schwere Ransomware-Angriffe pro Tag (BKA) – Sicherheit schafft Vertrauen und Marktzugang.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Mein Vorgehen – in vier Schritten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orge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323" y="1828800"/>
            <a:ext cx="751135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9028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Reihenfolge steht – Terminierung bewusst offen. Start, sobald grünes Licht da ist.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ENTSCHEIDUNG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Diszipliniert: Go oder No-Go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n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5120640" cy="30256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89320" y="1691640"/>
            <a:ext cx="2743200" cy="2651760"/>
          </a:xfrm>
          <a:prstGeom prst="rect">
            <a:avLst/>
          </a:prstGeom>
          <a:solidFill>
            <a:srgbClr val="EEEEEE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828800"/>
            <a:ext cx="2423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6529E"/>
                </a:solidFill>
                <a:latin typeface="Calibri"/>
              </a:rPr>
              <a:t>Was ich von euch brauche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Zeit:  flexibel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Budget:  gering, keine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34343"/>
                </a:solidFill>
                <a:latin typeface="Calibri"/>
              </a:rPr>
              <a:t>   Entwicklung in dieser Phase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Kontakte:  1–2 Kliniken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„Gebt mir grünes Licht –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dann weiß ich, ob es sich lohnt."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DesignNEGATIV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NEGATIV" id="{DF9548ED-BB1C-429E-AF89-F056F1548A05}" vid="{D0696DEF-DCB1-4965-AA38-710021A7D0CE}"/>
    </a:ext>
  </a:extLst>
</a:theme>
</file>

<file path=ppt/theme/theme2.xml><?xml version="1.0" encoding="utf-8"?>
<a:theme xmlns:a="http://schemas.openxmlformats.org/drawingml/2006/main" name="REIN_BLUE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IN_BLUE" id="{2EA9A8DF-EAA1-4727-95EF-E633F855899F}" vid="{31ABBF81-3A8F-484F-B7FD-2B6370C82CFB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DesignNEGATIV</Template>
  <TotalTime>0</TotalTime>
  <Words>81</Words>
  <Application>Microsoft Office PowerPoint</Application>
  <PresentationFormat>Bildschirmpräsentation (16:9)</PresentationFormat>
  <Paragraphs>17</Paragraphs>
  <Slides>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</vt:i4>
      </vt:variant>
    </vt:vector>
  </HeadingPairs>
  <TitlesOfParts>
    <vt:vector size="11" baseType="lpstr">
      <vt:lpstr>Catamaran Light</vt:lpstr>
      <vt:lpstr>Rajdhani</vt:lpstr>
      <vt:lpstr>Arial</vt:lpstr>
      <vt:lpstr>Calibri</vt:lpstr>
      <vt:lpstr>Calibri Light</vt:lpstr>
      <vt:lpstr>Livvic</vt:lpstr>
      <vt:lpstr>1_DesignNEGATIV</vt:lpstr>
      <vt:lpstr>REIN_BLUE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Mona Fels</dc:creator>
  <cp:lastModifiedBy>Sebastian Ueberwolf</cp:lastModifiedBy>
  <cp:revision>183</cp:revision>
  <dcterms:modified xsi:type="dcterms:W3CDTF">2026-06-19T09:22:31Z</dcterms:modified>
</cp:coreProperties>
</file>