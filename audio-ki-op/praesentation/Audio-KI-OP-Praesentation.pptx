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835" r:id="rId1"/>
    <p:sldMasterId id="2147483849" r:id="rId2"/>
  </p:sldMasterIdLst>
  <p:notesMasterIdLst>
    <p:notesMasterId r:id="rId6"/>
  </p:notesMasterIdLst>
  <p:sldIdLst>
    <p:sldId id="472" r:id="rId3"/>
    <p:sldId id="473" r:id="rId5"/>
    <p:sldId id="474" r:id="rId4"/>
    <p:sldId id="475" r:id="rId20"/>
    <p:sldId id="476" r:id="rId21"/>
    <p:sldId id="477" r:id="rId22"/>
    <p:sldId id="478" r:id="rId23"/>
    <p:sldId id="479" r:id="rId24"/>
    <p:sldId id="480" r:id="rId25"/>
    <p:sldId id="481" r:id="rId26"/>
  </p:sldIdLst>
  <p:sldSz cx="9144000" cy="5143500" type="screen16x9"/>
  <p:notesSz cx="6858000" cy="9144000"/>
  <p:embeddedFontLst>
    <p:embeddedFont>
      <p:font typeface="Catamaran Light" panose="020B0604020202020204" charset="0"/>
      <p:regular r:id="rId7"/>
      <p:bold r:id="rId8"/>
    </p:embeddedFont>
    <p:embeddedFont>
      <p:font typeface="Livvic" pitchFamily="2" charset="0"/>
      <p:regular r:id="rId9"/>
      <p:bold r:id="rId10"/>
      <p:italic r:id="rId11"/>
      <p:boldItalic r:id="rId12"/>
    </p:embeddedFont>
    <p:embeddedFont>
      <p:font typeface="Rajdhani" panose="02000000000000000000" pitchFamily="2" charset="0"/>
      <p:regular r:id="rId13"/>
      <p:bold r:id="rId1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75566"/>
    <a:srgbClr val="657E93"/>
    <a:srgbClr val="3F4A5B"/>
    <a:srgbClr val="0F5A8E"/>
    <a:srgbClr val="007FA5"/>
    <a:srgbClr val="647C90"/>
    <a:srgbClr val="58585A"/>
    <a:srgbClr val="000000"/>
    <a:srgbClr val="0F79A1"/>
    <a:srgbClr val="21242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F1F137A4-5C18-4CAB-A9C6-180C8D302EA5}">
  <a:tblStyle styleId="{F1F137A4-5C18-4CAB-A9C6-180C8D302EA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255" autoAdjust="0"/>
    <p:restoredTop sz="85087" autoAdjust="0"/>
  </p:normalViewPr>
  <p:slideViewPr>
    <p:cSldViewPr snapToGrid="0">
      <p:cViewPr varScale="1">
        <p:scale>
          <a:sx n="178" d="100"/>
          <a:sy n="178" d="100"/>
        </p:scale>
        <p:origin x="3900" y="180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" Target="slides/slide1.xml"/><Relationship Id="rId4" Type="http://schemas.openxmlformats.org/officeDocument/2006/relationships/slide" Target="slides/slide3.xml"/><Relationship Id="rId5" Type="http://schemas.openxmlformats.org/officeDocument/2006/relationships/slide" Target="slides/slide2.xml"/><Relationship Id="rId6" Type="http://schemas.openxmlformats.org/officeDocument/2006/relationships/notesMaster" Target="notesMasters/notesMaster1.xml"/><Relationship Id="rId7" Type="http://schemas.openxmlformats.org/officeDocument/2006/relationships/font" Target="fonts/font1.fntdata"/><Relationship Id="rId8" Type="http://schemas.openxmlformats.org/officeDocument/2006/relationships/font" Target="fonts/font2.fntdata"/><Relationship Id="rId9" Type="http://schemas.openxmlformats.org/officeDocument/2006/relationships/font" Target="fonts/font3.fntdata"/><Relationship Id="rId10" Type="http://schemas.openxmlformats.org/officeDocument/2006/relationships/font" Target="fonts/font4.fntdata"/><Relationship Id="rId11" Type="http://schemas.openxmlformats.org/officeDocument/2006/relationships/font" Target="fonts/font5.fntdata"/><Relationship Id="rId12" Type="http://schemas.openxmlformats.org/officeDocument/2006/relationships/font" Target="fonts/font6.fntdata"/><Relationship Id="rId13" Type="http://schemas.openxmlformats.org/officeDocument/2006/relationships/font" Target="fonts/font7.fntdata"/><Relationship Id="rId14" Type="http://schemas.openxmlformats.org/officeDocument/2006/relationships/font" Target="fonts/font8.fntdata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microsoft.com/office/2016/11/relationships/changesInfo" Target="changesInfos/changesInfo1.xml"/><Relationship Id="rId20" Type="http://schemas.openxmlformats.org/officeDocument/2006/relationships/slide" Target="slides/slide4.xml"/><Relationship Id="rId21" Type="http://schemas.openxmlformats.org/officeDocument/2006/relationships/slide" Target="slides/slide5.xml"/><Relationship Id="rId22" Type="http://schemas.openxmlformats.org/officeDocument/2006/relationships/slide" Target="slides/slide6.xml"/><Relationship Id="rId23" Type="http://schemas.openxmlformats.org/officeDocument/2006/relationships/slide" Target="slides/slide7.xml"/><Relationship Id="rId24" Type="http://schemas.openxmlformats.org/officeDocument/2006/relationships/slide" Target="slides/slide8.xml"/><Relationship Id="rId25" Type="http://schemas.openxmlformats.org/officeDocument/2006/relationships/slide" Target="slides/slide9.xml"/><Relationship Id="rId26" Type="http://schemas.openxmlformats.org/officeDocument/2006/relationships/slide" Target="slides/slide10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ebastian Ueberwolf" userId="b369b639-5320-4a66-8007-93f0f8052dbf" providerId="ADAL" clId="{9F4DABB5-68D7-4181-AD38-6951E0067D00}"/>
    <pc:docChg chg="delSld">
      <pc:chgData name="Sebastian Ueberwolf" userId="b369b639-5320-4a66-8007-93f0f8052dbf" providerId="ADAL" clId="{9F4DABB5-68D7-4181-AD38-6951E0067D00}" dt="2026-06-19T09:22:25.525" v="32" actId="47"/>
      <pc:docMkLst>
        <pc:docMk/>
      </pc:docMkLst>
      <pc:sldChg chg="del">
        <pc:chgData name="Sebastian Ueberwolf" userId="b369b639-5320-4a66-8007-93f0f8052dbf" providerId="ADAL" clId="{9F4DABB5-68D7-4181-AD38-6951E0067D00}" dt="2026-06-19T09:22:14.520" v="20" actId="47"/>
        <pc:sldMkLst>
          <pc:docMk/>
          <pc:sldMk cId="0" sldId="278"/>
        </pc:sldMkLst>
      </pc:sldChg>
      <pc:sldChg chg="del">
        <pc:chgData name="Sebastian Ueberwolf" userId="b369b639-5320-4a66-8007-93f0f8052dbf" providerId="ADAL" clId="{9F4DABB5-68D7-4181-AD38-6951E0067D00}" dt="2026-06-19T09:22:25.525" v="32" actId="47"/>
        <pc:sldMkLst>
          <pc:docMk/>
          <pc:sldMk cId="0" sldId="281"/>
        </pc:sldMkLst>
      </pc:sldChg>
      <pc:sldChg chg="del">
        <pc:chgData name="Sebastian Ueberwolf" userId="b369b639-5320-4a66-8007-93f0f8052dbf" providerId="ADAL" clId="{9F4DABB5-68D7-4181-AD38-6951E0067D00}" dt="2026-06-19T09:22:13.837" v="19" actId="47"/>
        <pc:sldMkLst>
          <pc:docMk/>
          <pc:sldMk cId="3470734336" sldId="297"/>
        </pc:sldMkLst>
      </pc:sldChg>
      <pc:sldChg chg="del">
        <pc:chgData name="Sebastian Ueberwolf" userId="b369b639-5320-4a66-8007-93f0f8052dbf" providerId="ADAL" clId="{9F4DABB5-68D7-4181-AD38-6951E0067D00}" dt="2026-06-19T09:18:21.213" v="2" actId="47"/>
        <pc:sldMkLst>
          <pc:docMk/>
          <pc:sldMk cId="0" sldId="330"/>
        </pc:sldMkLst>
      </pc:sldChg>
      <pc:sldChg chg="del">
        <pc:chgData name="Sebastian Ueberwolf" userId="b369b639-5320-4a66-8007-93f0f8052dbf" providerId="ADAL" clId="{9F4DABB5-68D7-4181-AD38-6951E0067D00}" dt="2026-06-19T09:20:39.394" v="16" actId="47"/>
        <pc:sldMkLst>
          <pc:docMk/>
          <pc:sldMk cId="3332359231" sldId="334"/>
        </pc:sldMkLst>
      </pc:sldChg>
      <pc:sldChg chg="del">
        <pc:chgData name="Sebastian Ueberwolf" userId="b369b639-5320-4a66-8007-93f0f8052dbf" providerId="ADAL" clId="{9F4DABB5-68D7-4181-AD38-6951E0067D00}" dt="2026-06-19T09:22:24.519" v="31" actId="47"/>
        <pc:sldMkLst>
          <pc:docMk/>
          <pc:sldMk cId="2295486066" sldId="335"/>
        </pc:sldMkLst>
      </pc:sldChg>
      <pc:sldChg chg="del">
        <pc:chgData name="Sebastian Ueberwolf" userId="b369b639-5320-4a66-8007-93f0f8052dbf" providerId="ADAL" clId="{9F4DABB5-68D7-4181-AD38-6951E0067D00}" dt="2026-06-19T09:20:42.623" v="17" actId="47"/>
        <pc:sldMkLst>
          <pc:docMk/>
          <pc:sldMk cId="620625929" sldId="369"/>
        </pc:sldMkLst>
      </pc:sldChg>
      <pc:sldChg chg="del">
        <pc:chgData name="Sebastian Ueberwolf" userId="b369b639-5320-4a66-8007-93f0f8052dbf" providerId="ADAL" clId="{9F4DABB5-68D7-4181-AD38-6951E0067D00}" dt="2026-06-19T09:20:35.901" v="14" actId="47"/>
        <pc:sldMkLst>
          <pc:docMk/>
          <pc:sldMk cId="2941588710" sldId="372"/>
        </pc:sldMkLst>
      </pc:sldChg>
      <pc:sldChg chg="del">
        <pc:chgData name="Sebastian Ueberwolf" userId="b369b639-5320-4a66-8007-93f0f8052dbf" providerId="ADAL" clId="{9F4DABB5-68D7-4181-AD38-6951E0067D00}" dt="2026-06-19T09:18:28.723" v="3" actId="47"/>
        <pc:sldMkLst>
          <pc:docMk/>
          <pc:sldMk cId="3964562819" sldId="404"/>
        </pc:sldMkLst>
      </pc:sldChg>
      <pc:sldChg chg="del">
        <pc:chgData name="Sebastian Ueberwolf" userId="b369b639-5320-4a66-8007-93f0f8052dbf" providerId="ADAL" clId="{9F4DABB5-68D7-4181-AD38-6951E0067D00}" dt="2026-06-19T09:22:15.125" v="21" actId="47"/>
        <pc:sldMkLst>
          <pc:docMk/>
          <pc:sldMk cId="2050415102" sldId="492"/>
        </pc:sldMkLst>
      </pc:sldChg>
      <pc:sldChg chg="del">
        <pc:chgData name="Sebastian Ueberwolf" userId="b369b639-5320-4a66-8007-93f0f8052dbf" providerId="ADAL" clId="{9F4DABB5-68D7-4181-AD38-6951E0067D00}" dt="2026-06-19T09:22:21.281" v="27" actId="47"/>
        <pc:sldMkLst>
          <pc:docMk/>
          <pc:sldMk cId="2190273714" sldId="501"/>
        </pc:sldMkLst>
      </pc:sldChg>
      <pc:sldChg chg="del">
        <pc:chgData name="Sebastian Ueberwolf" userId="b369b639-5320-4a66-8007-93f0f8052dbf" providerId="ADAL" clId="{9F4DABB5-68D7-4181-AD38-6951E0067D00}" dt="2026-06-19T09:22:21.900" v="28" actId="47"/>
        <pc:sldMkLst>
          <pc:docMk/>
          <pc:sldMk cId="4021896936" sldId="502"/>
        </pc:sldMkLst>
      </pc:sldChg>
      <pc:sldChg chg="del">
        <pc:chgData name="Sebastian Ueberwolf" userId="b369b639-5320-4a66-8007-93f0f8052dbf" providerId="ADAL" clId="{9F4DABB5-68D7-4181-AD38-6951E0067D00}" dt="2026-06-19T09:19:16.726" v="8" actId="47"/>
        <pc:sldMkLst>
          <pc:docMk/>
          <pc:sldMk cId="3397711090" sldId="503"/>
        </pc:sldMkLst>
      </pc:sldChg>
      <pc:sldChg chg="del">
        <pc:chgData name="Sebastian Ueberwolf" userId="b369b639-5320-4a66-8007-93f0f8052dbf" providerId="ADAL" clId="{9F4DABB5-68D7-4181-AD38-6951E0067D00}" dt="2026-06-19T09:19:17.914" v="9" actId="47"/>
        <pc:sldMkLst>
          <pc:docMk/>
          <pc:sldMk cId="1001296345" sldId="504"/>
        </pc:sldMkLst>
      </pc:sldChg>
      <pc:sldChg chg="del">
        <pc:chgData name="Sebastian Ueberwolf" userId="b369b639-5320-4a66-8007-93f0f8052dbf" providerId="ADAL" clId="{9F4DABB5-68D7-4181-AD38-6951E0067D00}" dt="2026-06-19T09:19:18.973" v="10" actId="47"/>
        <pc:sldMkLst>
          <pc:docMk/>
          <pc:sldMk cId="2816113376" sldId="505"/>
        </pc:sldMkLst>
      </pc:sldChg>
      <pc:sldChg chg="del">
        <pc:chgData name="Sebastian Ueberwolf" userId="b369b639-5320-4a66-8007-93f0f8052dbf" providerId="ADAL" clId="{9F4DABB5-68D7-4181-AD38-6951E0067D00}" dt="2026-06-19T09:22:22.752" v="29" actId="47"/>
        <pc:sldMkLst>
          <pc:docMk/>
          <pc:sldMk cId="4072006883" sldId="506"/>
        </pc:sldMkLst>
      </pc:sldChg>
      <pc:sldChg chg="del">
        <pc:chgData name="Sebastian Ueberwolf" userId="b369b639-5320-4a66-8007-93f0f8052dbf" providerId="ADAL" clId="{9F4DABB5-68D7-4181-AD38-6951E0067D00}" dt="2026-06-19T09:19:43.894" v="11" actId="47"/>
        <pc:sldMkLst>
          <pc:docMk/>
          <pc:sldMk cId="3981293258" sldId="507"/>
        </pc:sldMkLst>
      </pc:sldChg>
      <pc:sldChg chg="del">
        <pc:chgData name="Sebastian Ueberwolf" userId="b369b639-5320-4a66-8007-93f0f8052dbf" providerId="ADAL" clId="{9F4DABB5-68D7-4181-AD38-6951E0067D00}" dt="2026-06-19T09:19:58.263" v="12" actId="47"/>
        <pc:sldMkLst>
          <pc:docMk/>
          <pc:sldMk cId="3141250790" sldId="508"/>
        </pc:sldMkLst>
      </pc:sldChg>
      <pc:sldChg chg="del">
        <pc:chgData name="Sebastian Ueberwolf" userId="b369b639-5320-4a66-8007-93f0f8052dbf" providerId="ADAL" clId="{9F4DABB5-68D7-4181-AD38-6951E0067D00}" dt="2026-06-19T09:22:15.963" v="22" actId="47"/>
        <pc:sldMkLst>
          <pc:docMk/>
          <pc:sldMk cId="1627587574" sldId="512"/>
        </pc:sldMkLst>
      </pc:sldChg>
      <pc:sldChg chg="del">
        <pc:chgData name="Sebastian Ueberwolf" userId="b369b639-5320-4a66-8007-93f0f8052dbf" providerId="ADAL" clId="{9F4DABB5-68D7-4181-AD38-6951E0067D00}" dt="2026-06-19T09:22:16.471" v="23" actId="47"/>
        <pc:sldMkLst>
          <pc:docMk/>
          <pc:sldMk cId="2321768700" sldId="520"/>
        </pc:sldMkLst>
      </pc:sldChg>
      <pc:sldChg chg="del">
        <pc:chgData name="Sebastian Ueberwolf" userId="b369b639-5320-4a66-8007-93f0f8052dbf" providerId="ADAL" clId="{9F4DABB5-68D7-4181-AD38-6951E0067D00}" dt="2026-06-19T09:22:18.814" v="25" actId="47"/>
        <pc:sldMkLst>
          <pc:docMk/>
          <pc:sldMk cId="1592594551" sldId="521"/>
        </pc:sldMkLst>
      </pc:sldChg>
      <pc:sldChg chg="del">
        <pc:chgData name="Sebastian Ueberwolf" userId="b369b639-5320-4a66-8007-93f0f8052dbf" providerId="ADAL" clId="{9F4DABB5-68D7-4181-AD38-6951E0067D00}" dt="2026-06-19T09:22:23.800" v="30" actId="47"/>
        <pc:sldMkLst>
          <pc:docMk/>
          <pc:sldMk cId="3509910936" sldId="522"/>
        </pc:sldMkLst>
      </pc:sldChg>
      <pc:sldChg chg="del">
        <pc:chgData name="Sebastian Ueberwolf" userId="b369b639-5320-4a66-8007-93f0f8052dbf" providerId="ADAL" clId="{9F4DABB5-68D7-4181-AD38-6951E0067D00}" dt="2026-06-19T09:20:35.933" v="15" actId="47"/>
        <pc:sldMkLst>
          <pc:docMk/>
          <pc:sldMk cId="1707570652" sldId="523"/>
        </pc:sldMkLst>
      </pc:sldChg>
      <pc:sldChg chg="del">
        <pc:chgData name="Sebastian Ueberwolf" userId="b369b639-5320-4a66-8007-93f0f8052dbf" providerId="ADAL" clId="{9F4DABB5-68D7-4181-AD38-6951E0067D00}" dt="2026-06-19T09:22:17.637" v="24" actId="47"/>
        <pc:sldMkLst>
          <pc:docMk/>
          <pc:sldMk cId="3061221842" sldId="528"/>
        </pc:sldMkLst>
      </pc:sldChg>
      <pc:sldChg chg="del">
        <pc:chgData name="Sebastian Ueberwolf" userId="b369b639-5320-4a66-8007-93f0f8052dbf" providerId="ADAL" clId="{9F4DABB5-68D7-4181-AD38-6951E0067D00}" dt="2026-06-19T09:22:20.663" v="26" actId="47"/>
        <pc:sldMkLst>
          <pc:docMk/>
          <pc:sldMk cId="3274931093" sldId="529"/>
        </pc:sldMkLst>
      </pc:sldChg>
      <pc:sldChg chg="del">
        <pc:chgData name="Sebastian Ueberwolf" userId="b369b639-5320-4a66-8007-93f0f8052dbf" providerId="ADAL" clId="{9F4DABB5-68D7-4181-AD38-6951E0067D00}" dt="2026-06-19T09:19:12.085" v="7" actId="47"/>
        <pc:sldMkLst>
          <pc:docMk/>
          <pc:sldMk cId="1385729841" sldId="530"/>
        </pc:sldMkLst>
      </pc:sldChg>
      <pc:sldChg chg="del">
        <pc:chgData name="Sebastian Ueberwolf" userId="b369b639-5320-4a66-8007-93f0f8052dbf" providerId="ADAL" clId="{9F4DABB5-68D7-4181-AD38-6951E0067D00}" dt="2026-06-19T09:22:11.848" v="18" actId="47"/>
        <pc:sldMkLst>
          <pc:docMk/>
          <pc:sldMk cId="2081495097" sldId="531"/>
        </pc:sldMkLst>
      </pc:sldChg>
      <pc:sldChg chg="del">
        <pc:chgData name="Sebastian Ueberwolf" userId="b369b639-5320-4a66-8007-93f0f8052dbf" providerId="ADAL" clId="{9F4DABB5-68D7-4181-AD38-6951E0067D00}" dt="2026-06-19T09:18:33.895" v="4" actId="47"/>
        <pc:sldMkLst>
          <pc:docMk/>
          <pc:sldMk cId="24238245" sldId="533"/>
        </pc:sldMkLst>
      </pc:sldChg>
      <pc:sldChg chg="del">
        <pc:chgData name="Sebastian Ueberwolf" userId="b369b639-5320-4a66-8007-93f0f8052dbf" providerId="ADAL" clId="{9F4DABB5-68D7-4181-AD38-6951E0067D00}" dt="2026-06-19T09:18:35.738" v="5" actId="47"/>
        <pc:sldMkLst>
          <pc:docMk/>
          <pc:sldMk cId="2106281468" sldId="534"/>
        </pc:sldMkLst>
      </pc:sldChg>
      <pc:sldChg chg="del">
        <pc:chgData name="Sebastian Ueberwolf" userId="b369b639-5320-4a66-8007-93f0f8052dbf" providerId="ADAL" clId="{9F4DABB5-68D7-4181-AD38-6951E0067D00}" dt="2026-06-19T09:18:36.676" v="6" actId="47"/>
        <pc:sldMkLst>
          <pc:docMk/>
          <pc:sldMk cId="1170182434" sldId="535"/>
        </pc:sldMkLst>
      </pc:sldChg>
      <pc:sldChg chg="del">
        <pc:chgData name="Sebastian Ueberwolf" userId="b369b639-5320-4a66-8007-93f0f8052dbf" providerId="ADAL" clId="{9F4DABB5-68D7-4181-AD38-6951E0067D00}" dt="2026-06-19T09:20:27.705" v="13" actId="47"/>
        <pc:sldMkLst>
          <pc:docMk/>
          <pc:sldMk cId="316494755" sldId="907"/>
        </pc:sldMkLst>
      </pc:sldChg>
      <pc:sldChg chg="del">
        <pc:chgData name="Sebastian Ueberwolf" userId="b369b639-5320-4a66-8007-93f0f8052dbf" providerId="ADAL" clId="{9F4DABB5-68D7-4181-AD38-6951E0067D00}" dt="2026-06-19T09:18:10.583" v="0" actId="47"/>
        <pc:sldMkLst>
          <pc:docMk/>
          <pc:sldMk cId="3579859440" sldId="908"/>
        </pc:sldMkLst>
      </pc:sldChg>
      <pc:sldChg chg="del">
        <pc:chgData name="Sebastian Ueberwolf" userId="b369b639-5320-4a66-8007-93f0f8052dbf" providerId="ADAL" clId="{9F4DABB5-68D7-4181-AD38-6951E0067D00}" dt="2026-06-19T09:18:12.167" v="1" actId="47"/>
        <pc:sldMkLst>
          <pc:docMk/>
          <pc:sldMk cId="812156045" sldId="909"/>
        </pc:sldMkLst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de-DE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 dirty="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Rajdhani" panose="02000000000000000000" pitchFamily="2" charset="0"/>
        <a:ea typeface="Rajdhani" panose="02000000000000000000" pitchFamily="2" charset="0"/>
        <a:cs typeface="Rajdhani" panose="02000000000000000000" pitchFamily="2" charset="0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4dfce81f19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de-DE"/>
          </a:p>
        </p:txBody>
      </p:sp>
      <p:sp>
        <p:nvSpPr>
          <p:cNvPr id="125" name="Google Shape;125;g4dfce81f19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78111023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e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7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jpeg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jpe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our columns 1" preserve="1">
  <p:cSld name="Four columns 1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platzhalter 1">
            <a:extLst>
              <a:ext uri="{FF2B5EF4-FFF2-40B4-BE49-F238E27FC236}">
                <a16:creationId xmlns:a16="http://schemas.microsoft.com/office/drawing/2014/main" id="{55D5AA19-7187-F6FF-4ED0-CE469E0DEA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6" name="Textplatzhalter 2">
            <a:extLst>
              <a:ext uri="{FF2B5EF4-FFF2-40B4-BE49-F238E27FC236}">
                <a16:creationId xmlns:a16="http://schemas.microsoft.com/office/drawing/2014/main" id="{8A561566-5232-A950-6B2D-3DC177FA16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>
                <a:latin typeface="Rajdhani" panose="02000000000000000000" pitchFamily="2" charset="0"/>
                <a:cs typeface="Rajdhani" panose="02000000000000000000" pitchFamily="2" charset="0"/>
              </a:defRPr>
            </a:lvl1pPr>
            <a:lvl2pPr>
              <a:defRPr sz="1400">
                <a:latin typeface="Rajdhani" panose="02000000000000000000" pitchFamily="2" charset="0"/>
                <a:cs typeface="Rajdhani" panose="02000000000000000000" pitchFamily="2" charset="0"/>
              </a:defRPr>
            </a:lvl2pPr>
            <a:lvl3pPr>
              <a:defRPr sz="1400">
                <a:latin typeface="Rajdhani" panose="02000000000000000000" pitchFamily="2" charset="0"/>
                <a:cs typeface="Rajdhani" panose="02000000000000000000" pitchFamily="2" charset="0"/>
              </a:defRPr>
            </a:lvl3pPr>
            <a:lvl4pPr>
              <a:defRPr>
                <a:latin typeface="Rajdhani" panose="02000000000000000000" pitchFamily="2" charset="0"/>
                <a:cs typeface="Rajdhani" panose="02000000000000000000" pitchFamily="2" charset="0"/>
              </a:defRPr>
            </a:lvl4pPr>
            <a:lvl5pPr>
              <a:defRPr>
                <a:latin typeface="Rajdhani" panose="02000000000000000000" pitchFamily="2" charset="0"/>
                <a:cs typeface="Rajdhani" panose="02000000000000000000" pitchFamily="2" charset="0"/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9239535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hteck 16">
            <a:extLst>
              <a:ext uri="{FF2B5EF4-FFF2-40B4-BE49-F238E27FC236}">
                <a16:creationId xmlns:a16="http://schemas.microsoft.com/office/drawing/2014/main" id="{80D8CC1A-EE7A-43CF-852C-D1214CD9DD1C}"/>
              </a:ext>
            </a:extLst>
          </p:cNvPr>
          <p:cNvSpPr/>
          <p:nvPr/>
        </p:nvSpPr>
        <p:spPr>
          <a:xfrm>
            <a:off x="-1843396" y="171599"/>
            <a:ext cx="5026500" cy="5454501"/>
          </a:xfrm>
          <a:prstGeom prst="rect">
            <a:avLst/>
          </a:prstGeom>
          <a:solidFill>
            <a:srgbClr val="000000">
              <a:alpha val="50000"/>
            </a:srgbClr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de-DE" sz="1800" b="0" i="0" u="none" strike="noStrike" kern="1200" cap="none" spc="0" baseline="0" dirty="0">
              <a:solidFill>
                <a:srgbClr val="FFFFFF"/>
              </a:solidFill>
              <a:uFillTx/>
              <a:latin typeface="Calibri"/>
              <a:cs typeface="Rajdhani" panose="02000000000000000000" pitchFamily="2" charset="0"/>
            </a:endParaRPr>
          </a:p>
        </p:txBody>
      </p:sp>
      <p:sp>
        <p:nvSpPr>
          <p:cNvPr id="18" name="Titel 3">
            <a:extLst>
              <a:ext uri="{FF2B5EF4-FFF2-40B4-BE49-F238E27FC236}">
                <a16:creationId xmlns:a16="http://schemas.microsoft.com/office/drawing/2014/main" id="{403ECF09-3054-1A90-9E0D-636675FE1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 rot="16200000">
            <a:off x="-388032" y="2143068"/>
            <a:ext cx="3185482" cy="427446"/>
          </a:xfrm>
          <a:prstGeom prst="rect">
            <a:avLst/>
          </a:prstGeom>
        </p:spPr>
        <p:txBody>
          <a:bodyPr/>
          <a:lstStyle>
            <a:lvl1pPr algn="r">
              <a:defRPr sz="2400" b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de-DE" dirty="0"/>
              <a:t>TITEL</a:t>
            </a:r>
          </a:p>
        </p:txBody>
      </p:sp>
      <p:sp>
        <p:nvSpPr>
          <p:cNvPr id="19" name="Textplatzhalter 16">
            <a:extLst>
              <a:ext uri="{FF2B5EF4-FFF2-40B4-BE49-F238E27FC236}">
                <a16:creationId xmlns:a16="http://schemas.microsoft.com/office/drawing/2014/main" id="{31FCA0E9-2668-3128-2F27-A0ABC5DF7D8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867514" y="409985"/>
            <a:ext cx="895350" cy="671513"/>
          </a:xfrm>
          <a:prstGeom prst="rect">
            <a:avLst/>
          </a:prstGeom>
        </p:spPr>
        <p:txBody>
          <a:bodyPr/>
          <a:lstStyle>
            <a:lvl1pPr marL="152400" indent="0">
              <a:buNone/>
              <a:defRPr sz="2800" b="1">
                <a:solidFill>
                  <a:schemeClr val="bg1"/>
                </a:solidFill>
                <a:latin typeface="+mj-lt"/>
              </a:defRPr>
            </a:lvl1pPr>
            <a:lvl5pPr>
              <a:defRPr/>
            </a:lvl5pPr>
          </a:lstStyle>
          <a:p>
            <a:pPr lvl="0"/>
            <a:r>
              <a:rPr lang="de-DE" dirty="0"/>
              <a:t>01</a:t>
            </a:r>
          </a:p>
        </p:txBody>
      </p:sp>
      <p:sp>
        <p:nvSpPr>
          <p:cNvPr id="20" name="Textplatzhalter 18">
            <a:extLst>
              <a:ext uri="{FF2B5EF4-FFF2-40B4-BE49-F238E27FC236}">
                <a16:creationId xmlns:a16="http://schemas.microsoft.com/office/drawing/2014/main" id="{CD383422-5D51-A098-20B4-48D79027777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86793" y="506128"/>
            <a:ext cx="1858860" cy="575370"/>
          </a:xfrm>
          <a:prstGeom prst="rect">
            <a:avLst/>
          </a:prstGeom>
        </p:spPr>
        <p:txBody>
          <a:bodyPr/>
          <a:lstStyle>
            <a:lvl1pPr marL="152400" indent="0">
              <a:buNone/>
              <a:defRPr sz="2000">
                <a:solidFill>
                  <a:schemeClr val="accent6">
                    <a:lumMod val="50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de-DE" dirty="0"/>
              <a:t>OUR COMPANY</a:t>
            </a:r>
          </a:p>
        </p:txBody>
      </p:sp>
      <p:sp>
        <p:nvSpPr>
          <p:cNvPr id="21" name="Textplatzhalter 16">
            <a:extLst>
              <a:ext uri="{FF2B5EF4-FFF2-40B4-BE49-F238E27FC236}">
                <a16:creationId xmlns:a16="http://schemas.microsoft.com/office/drawing/2014/main" id="{E9BDC97B-DE59-5D56-95FD-D197CA0A5F7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867514" y="1318425"/>
            <a:ext cx="895350" cy="671513"/>
          </a:xfrm>
          <a:prstGeom prst="rect">
            <a:avLst/>
          </a:prstGeom>
        </p:spPr>
        <p:txBody>
          <a:bodyPr/>
          <a:lstStyle>
            <a:lvl1pPr marL="152400" indent="0">
              <a:buNone/>
              <a:defRPr sz="2800" b="1">
                <a:solidFill>
                  <a:schemeClr val="bg1"/>
                </a:solidFill>
                <a:latin typeface="+mj-lt"/>
              </a:defRPr>
            </a:lvl1pPr>
            <a:lvl5pPr>
              <a:defRPr/>
            </a:lvl5pPr>
          </a:lstStyle>
          <a:p>
            <a:pPr lvl="0"/>
            <a:r>
              <a:rPr lang="de-DE" dirty="0"/>
              <a:t>01</a:t>
            </a:r>
          </a:p>
        </p:txBody>
      </p:sp>
      <p:sp>
        <p:nvSpPr>
          <p:cNvPr id="22" name="Textplatzhalter 18">
            <a:extLst>
              <a:ext uri="{FF2B5EF4-FFF2-40B4-BE49-F238E27FC236}">
                <a16:creationId xmlns:a16="http://schemas.microsoft.com/office/drawing/2014/main" id="{09F99A7D-F787-CE9A-5946-33F635A2DB8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486793" y="1414568"/>
            <a:ext cx="1858860" cy="575370"/>
          </a:xfrm>
          <a:prstGeom prst="rect">
            <a:avLst/>
          </a:prstGeom>
        </p:spPr>
        <p:txBody>
          <a:bodyPr/>
          <a:lstStyle>
            <a:lvl1pPr marL="152400" indent="0">
              <a:buNone/>
              <a:defRPr sz="2000">
                <a:solidFill>
                  <a:schemeClr val="accent6">
                    <a:lumMod val="50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de-DE" dirty="0"/>
              <a:t>OUR COMPANY</a:t>
            </a:r>
          </a:p>
        </p:txBody>
      </p:sp>
      <p:sp>
        <p:nvSpPr>
          <p:cNvPr id="23" name="Textplatzhalter 16">
            <a:extLst>
              <a:ext uri="{FF2B5EF4-FFF2-40B4-BE49-F238E27FC236}">
                <a16:creationId xmlns:a16="http://schemas.microsoft.com/office/drawing/2014/main" id="{53A3768D-05ED-0777-C45C-82F19D4549F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57681" y="2237452"/>
            <a:ext cx="895350" cy="671513"/>
          </a:xfrm>
          <a:prstGeom prst="rect">
            <a:avLst/>
          </a:prstGeom>
        </p:spPr>
        <p:txBody>
          <a:bodyPr/>
          <a:lstStyle>
            <a:lvl1pPr marL="152400" indent="0">
              <a:buNone/>
              <a:defRPr sz="2800" b="1">
                <a:solidFill>
                  <a:schemeClr val="bg1"/>
                </a:solidFill>
                <a:latin typeface="+mj-lt"/>
              </a:defRPr>
            </a:lvl1pPr>
            <a:lvl5pPr>
              <a:defRPr/>
            </a:lvl5pPr>
          </a:lstStyle>
          <a:p>
            <a:pPr lvl="0"/>
            <a:r>
              <a:rPr lang="de-DE" dirty="0"/>
              <a:t>01</a:t>
            </a:r>
          </a:p>
        </p:txBody>
      </p:sp>
      <p:sp>
        <p:nvSpPr>
          <p:cNvPr id="24" name="Textplatzhalter 18">
            <a:extLst>
              <a:ext uri="{FF2B5EF4-FFF2-40B4-BE49-F238E27FC236}">
                <a16:creationId xmlns:a16="http://schemas.microsoft.com/office/drawing/2014/main" id="{2CAB89BB-09F7-BCDA-CBD0-EDE068FEE76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476960" y="2333595"/>
            <a:ext cx="1858860" cy="575370"/>
          </a:xfrm>
          <a:prstGeom prst="rect">
            <a:avLst/>
          </a:prstGeom>
        </p:spPr>
        <p:txBody>
          <a:bodyPr/>
          <a:lstStyle>
            <a:lvl1pPr marL="152400" indent="0">
              <a:buNone/>
              <a:defRPr sz="2000">
                <a:solidFill>
                  <a:schemeClr val="accent6">
                    <a:lumMod val="50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de-DE" dirty="0"/>
              <a:t>OUR COMPANY</a:t>
            </a:r>
          </a:p>
        </p:txBody>
      </p:sp>
      <p:sp>
        <p:nvSpPr>
          <p:cNvPr id="25" name="Textplatzhalter 16">
            <a:extLst>
              <a:ext uri="{FF2B5EF4-FFF2-40B4-BE49-F238E27FC236}">
                <a16:creationId xmlns:a16="http://schemas.microsoft.com/office/drawing/2014/main" id="{2E52A696-55D0-F724-465F-8254EAA332C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857681" y="3156479"/>
            <a:ext cx="895350" cy="671513"/>
          </a:xfrm>
          <a:prstGeom prst="rect">
            <a:avLst/>
          </a:prstGeom>
        </p:spPr>
        <p:txBody>
          <a:bodyPr/>
          <a:lstStyle>
            <a:lvl1pPr marL="152400" indent="0">
              <a:buNone/>
              <a:defRPr sz="2800" b="1">
                <a:solidFill>
                  <a:schemeClr val="bg1"/>
                </a:solidFill>
                <a:latin typeface="+mj-lt"/>
              </a:defRPr>
            </a:lvl1pPr>
            <a:lvl5pPr>
              <a:defRPr/>
            </a:lvl5pPr>
          </a:lstStyle>
          <a:p>
            <a:pPr lvl="0"/>
            <a:r>
              <a:rPr lang="de-DE" dirty="0"/>
              <a:t>01</a:t>
            </a:r>
          </a:p>
        </p:txBody>
      </p:sp>
      <p:sp>
        <p:nvSpPr>
          <p:cNvPr id="26" name="Textplatzhalter 18">
            <a:extLst>
              <a:ext uri="{FF2B5EF4-FFF2-40B4-BE49-F238E27FC236}">
                <a16:creationId xmlns:a16="http://schemas.microsoft.com/office/drawing/2014/main" id="{F41D3CED-7FA4-FD56-CA32-478A146335A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476960" y="3252622"/>
            <a:ext cx="1858860" cy="575370"/>
          </a:xfrm>
          <a:prstGeom prst="rect">
            <a:avLst/>
          </a:prstGeom>
        </p:spPr>
        <p:txBody>
          <a:bodyPr/>
          <a:lstStyle>
            <a:lvl1pPr marL="152400" indent="0">
              <a:buNone/>
              <a:defRPr sz="2000">
                <a:solidFill>
                  <a:schemeClr val="accent6">
                    <a:lumMod val="50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de-DE" dirty="0"/>
              <a:t>OUR COMPANY</a:t>
            </a:r>
          </a:p>
        </p:txBody>
      </p:sp>
      <p:sp>
        <p:nvSpPr>
          <p:cNvPr id="27" name="Textplatzhalter 16">
            <a:extLst>
              <a:ext uri="{FF2B5EF4-FFF2-40B4-BE49-F238E27FC236}">
                <a16:creationId xmlns:a16="http://schemas.microsoft.com/office/drawing/2014/main" id="{450D09B5-AF73-889F-5828-56DC1AD221F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857681" y="4064919"/>
            <a:ext cx="895350" cy="671513"/>
          </a:xfrm>
          <a:prstGeom prst="rect">
            <a:avLst/>
          </a:prstGeom>
        </p:spPr>
        <p:txBody>
          <a:bodyPr/>
          <a:lstStyle>
            <a:lvl1pPr marL="152400" indent="0">
              <a:buNone/>
              <a:defRPr sz="2800" b="1">
                <a:solidFill>
                  <a:schemeClr val="bg1"/>
                </a:solidFill>
                <a:latin typeface="+mj-lt"/>
              </a:defRPr>
            </a:lvl1pPr>
            <a:lvl5pPr>
              <a:defRPr/>
            </a:lvl5pPr>
          </a:lstStyle>
          <a:p>
            <a:pPr lvl="0"/>
            <a:r>
              <a:rPr lang="de-DE" dirty="0"/>
              <a:t>01</a:t>
            </a:r>
          </a:p>
        </p:txBody>
      </p:sp>
      <p:sp>
        <p:nvSpPr>
          <p:cNvPr id="28" name="Textplatzhalter 18">
            <a:extLst>
              <a:ext uri="{FF2B5EF4-FFF2-40B4-BE49-F238E27FC236}">
                <a16:creationId xmlns:a16="http://schemas.microsoft.com/office/drawing/2014/main" id="{100631E0-855A-5870-7426-E69F23E0A6E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476960" y="4161062"/>
            <a:ext cx="1858860" cy="575370"/>
          </a:xfrm>
          <a:prstGeom prst="rect">
            <a:avLst/>
          </a:prstGeom>
        </p:spPr>
        <p:txBody>
          <a:bodyPr/>
          <a:lstStyle>
            <a:lvl1pPr marL="152400" indent="0">
              <a:buNone/>
              <a:defRPr sz="2000">
                <a:solidFill>
                  <a:schemeClr val="accent6">
                    <a:lumMod val="50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de-DE" dirty="0"/>
              <a:t>OUR COMPANY</a:t>
            </a:r>
          </a:p>
        </p:txBody>
      </p:sp>
    </p:spTree>
    <p:extLst>
      <p:ext uri="{BB962C8B-B14F-4D97-AF65-F5344CB8AC3E}">
        <p14:creationId xmlns:p14="http://schemas.microsoft.com/office/powerpoint/2010/main" val="9901993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platzhalter 2">
            <a:extLst>
              <a:ext uri="{FF2B5EF4-FFF2-40B4-BE49-F238E27FC236}">
                <a16:creationId xmlns:a16="http://schemas.microsoft.com/office/drawing/2014/main" id="{D25749C2-A6E1-DAE3-EA0E-5432F1AE33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3123" y="2298453"/>
            <a:ext cx="4168877" cy="15776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457200" indent="-304800">
              <a:lnSpc>
                <a:spcPct val="100000"/>
              </a:lnSpc>
              <a:buClr>
                <a:schemeClr val="bg1"/>
              </a:buClr>
              <a:buFont typeface="Arial" panose="020B0604020202020204" pitchFamily="34" charset="0"/>
              <a:buChar char="•"/>
              <a:defRPr sz="1100">
                <a:solidFill>
                  <a:schemeClr val="accent6">
                    <a:lumMod val="50000"/>
                  </a:schemeClr>
                </a:solidFill>
                <a:latin typeface="Rajdhani" panose="02000000000000000000" pitchFamily="2" charset="0"/>
                <a:cs typeface="Rajdhani" panose="02000000000000000000" pitchFamily="2" charset="0"/>
              </a:defRPr>
            </a:lvl1pPr>
            <a:lvl2pPr marL="914400" indent="-304800">
              <a:lnSpc>
                <a:spcPct val="100000"/>
              </a:lnSpc>
              <a:buClr>
                <a:schemeClr val="bg1"/>
              </a:buClr>
              <a:buFont typeface="Arial" panose="020B0604020202020204" pitchFamily="34" charset="0"/>
              <a:buChar char="•"/>
              <a:defRPr sz="1100">
                <a:solidFill>
                  <a:schemeClr val="accent6">
                    <a:lumMod val="50000"/>
                  </a:schemeClr>
                </a:solidFill>
                <a:latin typeface="Rajdhani" panose="02000000000000000000" pitchFamily="2" charset="0"/>
                <a:cs typeface="Rajdhani" panose="02000000000000000000" pitchFamily="2" charset="0"/>
              </a:defRPr>
            </a:lvl2pPr>
            <a:lvl3pPr marL="1371600" indent="-304800">
              <a:lnSpc>
                <a:spcPct val="100000"/>
              </a:lnSpc>
              <a:buClr>
                <a:schemeClr val="bg1"/>
              </a:buClr>
              <a:buFont typeface="Arial" panose="020B0604020202020204" pitchFamily="34" charset="0"/>
              <a:buChar char="•"/>
              <a:defRPr sz="1100">
                <a:solidFill>
                  <a:schemeClr val="accent6">
                    <a:lumMod val="50000"/>
                  </a:schemeClr>
                </a:solidFill>
                <a:latin typeface="Rajdhani" panose="02000000000000000000" pitchFamily="2" charset="0"/>
                <a:cs typeface="Rajdhani" panose="02000000000000000000" pitchFamily="2" charset="0"/>
              </a:defRPr>
            </a:lvl3pPr>
            <a:lvl4pPr marL="1828800" indent="-304800">
              <a:lnSpc>
                <a:spcPct val="100000"/>
              </a:lnSpc>
              <a:buClr>
                <a:schemeClr val="bg1"/>
              </a:buClr>
              <a:buFont typeface="Arial" panose="020B0604020202020204" pitchFamily="34" charset="0"/>
              <a:buChar char="•"/>
              <a:defRPr sz="1100">
                <a:solidFill>
                  <a:schemeClr val="accent6">
                    <a:lumMod val="50000"/>
                  </a:schemeClr>
                </a:solidFill>
                <a:latin typeface="Rajdhani" panose="02000000000000000000" pitchFamily="2" charset="0"/>
                <a:cs typeface="Rajdhani" panose="02000000000000000000" pitchFamily="2" charset="0"/>
              </a:defRPr>
            </a:lvl4pPr>
            <a:lvl5pPr marL="2286000" indent="-304800">
              <a:lnSpc>
                <a:spcPct val="100000"/>
              </a:lnSpc>
              <a:buClr>
                <a:schemeClr val="bg1"/>
              </a:buClr>
              <a:buFont typeface="Arial" panose="020B0604020202020204" pitchFamily="34" charset="0"/>
              <a:buChar char="•"/>
              <a:defRPr sz="1100">
                <a:solidFill>
                  <a:schemeClr val="accent6">
                    <a:lumMod val="50000"/>
                  </a:schemeClr>
                </a:solidFill>
                <a:latin typeface="Rajdhani" panose="02000000000000000000" pitchFamily="2" charset="0"/>
                <a:cs typeface="Rajdhani" panose="02000000000000000000" pitchFamily="2" charset="0"/>
              </a:defRPr>
            </a:lvl5pPr>
          </a:lstStyle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9" name="Titelplatzhalter 1">
            <a:extLst>
              <a:ext uri="{FF2B5EF4-FFF2-40B4-BE49-F238E27FC236}">
                <a16:creationId xmlns:a16="http://schemas.microsoft.com/office/drawing/2014/main" id="{26ACF2CE-C8C9-8013-B6BC-7CC585D3A3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8400" y="1634477"/>
            <a:ext cx="3263627" cy="66397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b="0">
                <a:solidFill>
                  <a:schemeClr val="accent6">
                    <a:lumMod val="50000"/>
                  </a:schemeClr>
                </a:solidFill>
                <a:latin typeface="+mj-lt"/>
              </a:defRPr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12" name="Bildplatzhalter 15">
            <a:extLst>
              <a:ext uri="{FF2B5EF4-FFF2-40B4-BE49-F238E27FC236}">
                <a16:creationId xmlns:a16="http://schemas.microsoft.com/office/drawing/2014/main" id="{4D7FED91-A5FF-1B82-CA1C-A38A6E02AA6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421993" y="0"/>
            <a:ext cx="3722007" cy="5260975"/>
          </a:xfrm>
          <a:prstGeom prst="rect">
            <a:avLst/>
          </a:prstGeom>
        </p:spPr>
        <p:txBody>
          <a:bodyPr/>
          <a:lstStyle/>
          <a:p>
            <a:r>
              <a:rPr lang="de-DE"/>
              <a:t>Bild durch Klicken auf Symbol hinzufügen</a:t>
            </a:r>
          </a:p>
        </p:txBody>
      </p:sp>
      <p:sp>
        <p:nvSpPr>
          <p:cNvPr id="15" name="Rechteck 5">
            <a:extLst>
              <a:ext uri="{FF2B5EF4-FFF2-40B4-BE49-F238E27FC236}">
                <a16:creationId xmlns:a16="http://schemas.microsoft.com/office/drawing/2014/main" id="{32A890A3-D4C2-11F8-C5DC-F8D85C5EA47B}"/>
              </a:ext>
            </a:extLst>
          </p:cNvPr>
          <p:cNvSpPr/>
          <p:nvPr/>
        </p:nvSpPr>
        <p:spPr>
          <a:xfrm>
            <a:off x="-5788209" y="1353143"/>
            <a:ext cx="6341293" cy="2523001"/>
          </a:xfrm>
          <a:prstGeom prst="rect">
            <a:avLst/>
          </a:prstGeom>
          <a:solidFill>
            <a:srgbClr val="000000">
              <a:alpha val="50000"/>
            </a:srgbClr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de-DE" sz="1800" b="0" i="0" u="none" strike="noStrike" kern="1200" cap="none" spc="0" baseline="0" dirty="0">
              <a:solidFill>
                <a:srgbClr val="FFFFFF"/>
              </a:solidFill>
              <a:uFillTx/>
              <a:latin typeface="Calibri"/>
              <a:cs typeface="Rajdhani" panose="02000000000000000000" pitchFamily="2" charset="0"/>
            </a:endParaRPr>
          </a:p>
        </p:txBody>
      </p:sp>
      <p:sp>
        <p:nvSpPr>
          <p:cNvPr id="18" name="Rechteck 5">
            <a:extLst>
              <a:ext uri="{FF2B5EF4-FFF2-40B4-BE49-F238E27FC236}">
                <a16:creationId xmlns:a16="http://schemas.microsoft.com/office/drawing/2014/main" id="{F6F4AA5D-0153-999F-4BB7-F1DBA67C25CE}"/>
              </a:ext>
            </a:extLst>
          </p:cNvPr>
          <p:cNvSpPr/>
          <p:nvPr/>
        </p:nvSpPr>
        <p:spPr>
          <a:xfrm>
            <a:off x="4862286" y="1353143"/>
            <a:ext cx="3049963" cy="2523000"/>
          </a:xfrm>
          <a:prstGeom prst="rect">
            <a:avLst/>
          </a:prstGeom>
          <a:solidFill>
            <a:srgbClr val="000000">
              <a:alpha val="50000"/>
            </a:srgbClr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de-DE" sz="1800" b="0" i="0" u="none" strike="noStrike" kern="1200" cap="none" spc="0" baseline="0" dirty="0">
              <a:solidFill>
                <a:srgbClr val="FFFFFF"/>
              </a:solidFill>
              <a:uFillTx/>
              <a:latin typeface="Calibri"/>
              <a:cs typeface="Rajdhani" panose="02000000000000000000" pitchFamily="2" charset="0"/>
            </a:endParaRPr>
          </a:p>
        </p:txBody>
      </p:sp>
      <p:pic>
        <p:nvPicPr>
          <p:cNvPr id="20" name="Grafik 19">
            <a:extLst>
              <a:ext uri="{FF2B5EF4-FFF2-40B4-BE49-F238E27FC236}">
                <a16:creationId xmlns:a16="http://schemas.microsoft.com/office/drawing/2014/main" id="{6BB8AA64-2F85-78DA-586E-8631D0A3BCFF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947376" y="2267884"/>
            <a:ext cx="2821514" cy="668469"/>
          </a:xfrm>
          <a:prstGeom prst="rect">
            <a:avLst/>
          </a:prstGeom>
        </p:spPr>
      </p:pic>
      <p:pic>
        <p:nvPicPr>
          <p:cNvPr id="27" name="Grafik 26">
            <a:extLst>
              <a:ext uri="{FF2B5EF4-FFF2-40B4-BE49-F238E27FC236}">
                <a16:creationId xmlns:a16="http://schemas.microsoft.com/office/drawing/2014/main" id="{F9E34547-D397-4D37-5DF2-61B5FC5326B1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32936" y="960893"/>
            <a:ext cx="806739" cy="818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69342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text 5" preserve="1">
  <p:cSld name="Title + text 5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3">
            <a:extLst>
              <a:ext uri="{FF2B5EF4-FFF2-40B4-BE49-F238E27FC236}">
                <a16:creationId xmlns:a16="http://schemas.microsoft.com/office/drawing/2014/main" id="{E54E0393-4B80-9BF8-C196-988B9F73D5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 rot="5400000">
            <a:off x="6342228" y="2136484"/>
            <a:ext cx="3185482" cy="427446"/>
          </a:xfrm>
          <a:prstGeom prst="rect">
            <a:avLst/>
          </a:prstGeom>
        </p:spPr>
        <p:txBody>
          <a:bodyPr/>
          <a:lstStyle>
            <a:lvl1pPr>
              <a:defRPr sz="2400" b="0">
                <a:solidFill>
                  <a:schemeClr val="bg1"/>
                </a:solidFill>
                <a:latin typeface="Rajdhani" panose="02000000000000000000" pitchFamily="2" charset="0"/>
              </a:defRPr>
            </a:lvl1pPr>
          </a:lstStyle>
          <a:p>
            <a:r>
              <a:rPr lang="de-DE" dirty="0"/>
              <a:t>TITEL</a:t>
            </a:r>
          </a:p>
        </p:txBody>
      </p:sp>
    </p:spTree>
    <p:extLst>
      <p:ext uri="{BB962C8B-B14F-4D97-AF65-F5344CB8AC3E}">
        <p14:creationId xmlns:p14="http://schemas.microsoft.com/office/powerpoint/2010/main" val="39582438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text 5" preserve="1">
  <p:cSld name="1_Title + text 5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Bildplatzhalter 11">
            <a:extLst>
              <a:ext uri="{FF2B5EF4-FFF2-40B4-BE49-F238E27FC236}">
                <a16:creationId xmlns:a16="http://schemas.microsoft.com/office/drawing/2014/main" id="{294418FB-2DFE-6DBE-2C99-08467273295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947863" y="541338"/>
            <a:ext cx="7345362" cy="3958091"/>
          </a:xfrm>
          <a:prstGeom prst="rect">
            <a:avLst/>
          </a:prstGeom>
        </p:spPr>
        <p:txBody>
          <a:bodyPr/>
          <a:lstStyle/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3" name="Rechteck 5">
            <a:extLst>
              <a:ext uri="{FF2B5EF4-FFF2-40B4-BE49-F238E27FC236}">
                <a16:creationId xmlns:a16="http://schemas.microsoft.com/office/drawing/2014/main" id="{6D7B9496-BAF3-4117-D1B1-7CCCE54AF7F3}"/>
              </a:ext>
            </a:extLst>
          </p:cNvPr>
          <p:cNvSpPr/>
          <p:nvPr/>
        </p:nvSpPr>
        <p:spPr>
          <a:xfrm>
            <a:off x="682821" y="541750"/>
            <a:ext cx="1115701" cy="4059901"/>
          </a:xfrm>
          <a:prstGeom prst="rect">
            <a:avLst/>
          </a:prstGeom>
          <a:solidFill>
            <a:srgbClr val="435D74">
              <a:alpha val="80000"/>
            </a:srgbClr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de-DE" sz="1800" b="0" i="0" u="none" strike="noStrike" kern="1200" cap="none" spc="0" baseline="0" dirty="0">
              <a:solidFill>
                <a:srgbClr val="FFFFFF"/>
              </a:solidFill>
              <a:uFillTx/>
              <a:latin typeface="Rajdhani" panose="02000000000000000000" pitchFamily="2" charset="0"/>
              <a:cs typeface="Rajdhani" panose="02000000000000000000" pitchFamily="2" charset="0"/>
            </a:endParaRP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4909D1DA-740C-5654-718B-1E134D459FB7}"/>
              </a:ext>
            </a:extLst>
          </p:cNvPr>
          <p:cNvSpPr/>
          <p:nvPr/>
        </p:nvSpPr>
        <p:spPr>
          <a:xfrm rot="16200000">
            <a:off x="3168752" y="1940801"/>
            <a:ext cx="1440298" cy="3881401"/>
          </a:xfrm>
          <a:prstGeom prst="rect">
            <a:avLst/>
          </a:prstGeom>
          <a:solidFill>
            <a:srgbClr val="000000">
              <a:alpha val="50000"/>
            </a:srgbClr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de-DE" sz="1800" b="0" i="0" u="none" strike="noStrike" kern="1200" cap="none" spc="0" baseline="0" dirty="0">
              <a:solidFill>
                <a:srgbClr val="FFFFFF"/>
              </a:solidFill>
              <a:uFillTx/>
              <a:latin typeface="Rajdhani" panose="02000000000000000000" pitchFamily="2" charset="0"/>
              <a:cs typeface="Rajdhani" panose="02000000000000000000" pitchFamily="2" charset="0"/>
            </a:endParaRP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00859461-7573-7D25-8E3D-001559A6F32A}"/>
              </a:ext>
            </a:extLst>
          </p:cNvPr>
          <p:cNvSpPr txBox="1"/>
          <p:nvPr/>
        </p:nvSpPr>
        <p:spPr>
          <a:xfrm>
            <a:off x="2068642" y="3267856"/>
            <a:ext cx="376095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b="0" i="0" dirty="0">
              <a:solidFill>
                <a:schemeClr val="bg1"/>
              </a:solidFill>
              <a:effectLst/>
              <a:latin typeface="Rajdhani" panose="02000000000000000000" pitchFamily="2" charset="0"/>
              <a:cs typeface="Rajdhani" panose="02000000000000000000" pitchFamily="2" charset="0"/>
            </a:endParaRPr>
          </a:p>
          <a:p>
            <a:endParaRPr lang="de-DE" dirty="0">
              <a:solidFill>
                <a:schemeClr val="bg1"/>
              </a:solidFill>
              <a:latin typeface="Rajdhani" panose="02000000000000000000" pitchFamily="2" charset="0"/>
              <a:cs typeface="Rajdhani" panose="02000000000000000000" pitchFamily="2" charset="0"/>
            </a:endParaRPr>
          </a:p>
        </p:txBody>
      </p:sp>
      <p:sp>
        <p:nvSpPr>
          <p:cNvPr id="8" name="Titel 3">
            <a:extLst>
              <a:ext uri="{FF2B5EF4-FFF2-40B4-BE49-F238E27FC236}">
                <a16:creationId xmlns:a16="http://schemas.microsoft.com/office/drawing/2014/main" id="{E54E0393-4B80-9BF8-C196-988B9F73D5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 rot="16200000">
            <a:off x="-320920" y="2143068"/>
            <a:ext cx="3185482" cy="427446"/>
          </a:xfrm>
          <a:prstGeom prst="rect">
            <a:avLst/>
          </a:prstGeom>
        </p:spPr>
        <p:txBody>
          <a:bodyPr/>
          <a:lstStyle>
            <a:lvl1pPr algn="r">
              <a:defRPr sz="2400" b="0">
                <a:solidFill>
                  <a:schemeClr val="bg1"/>
                </a:solidFill>
                <a:latin typeface="Rajdhani" panose="02000000000000000000" pitchFamily="2" charset="0"/>
              </a:defRPr>
            </a:lvl1pPr>
          </a:lstStyle>
          <a:p>
            <a:r>
              <a:rPr lang="de-DE" dirty="0"/>
              <a:t>TITEL</a:t>
            </a:r>
          </a:p>
        </p:txBody>
      </p:sp>
      <p:sp>
        <p:nvSpPr>
          <p:cNvPr id="10" name="Textplatzhalter 7">
            <a:extLst>
              <a:ext uri="{FF2B5EF4-FFF2-40B4-BE49-F238E27FC236}">
                <a16:creationId xmlns:a16="http://schemas.microsoft.com/office/drawing/2014/main" id="{5B63CF42-F522-6FEC-BB69-5F6FADAD2D1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893547" y="3203860"/>
            <a:ext cx="4433144" cy="976873"/>
          </a:xfrm>
          <a:prstGeom prst="rect">
            <a:avLst/>
          </a:prstGeom>
        </p:spPr>
        <p:txBody>
          <a:bodyPr/>
          <a:lstStyle>
            <a:lvl1pPr marL="152400" indent="0" algn="l">
              <a:buClr>
                <a:schemeClr val="bg1"/>
              </a:buClr>
              <a:buFont typeface="Arial" panose="020B0604020202020204" pitchFamily="34" charset="0"/>
              <a:buNone/>
              <a:defRPr sz="1400">
                <a:solidFill>
                  <a:schemeClr val="bg1"/>
                </a:solidFill>
                <a:latin typeface="Rajdhani" panose="02000000000000000000" pitchFamily="2" charset="0"/>
              </a:defRPr>
            </a:lvl1pPr>
            <a:lvl2pPr>
              <a:defRPr sz="1400">
                <a:solidFill>
                  <a:schemeClr val="bg1"/>
                </a:solidFill>
                <a:latin typeface="+mj-lt"/>
              </a:defRPr>
            </a:lvl2pPr>
            <a:lvl3pPr>
              <a:defRPr sz="1400">
                <a:solidFill>
                  <a:schemeClr val="bg1"/>
                </a:solidFill>
                <a:latin typeface="+mj-lt"/>
              </a:defRPr>
            </a:lvl3pPr>
            <a:lvl4pPr>
              <a:defRPr>
                <a:solidFill>
                  <a:schemeClr val="bg1"/>
                </a:solidFill>
                <a:latin typeface="+mj-lt"/>
              </a:defRPr>
            </a:lvl4pPr>
            <a:lvl5pPr>
              <a:defRPr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076944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pening slide" preserve="1">
  <p:cSld name="Opening slid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hteck 2">
            <a:extLst>
              <a:ext uri="{FF2B5EF4-FFF2-40B4-BE49-F238E27FC236}">
                <a16:creationId xmlns:a16="http://schemas.microsoft.com/office/drawing/2014/main" id="{3B2DCBE9-BE97-B025-722C-EFF6D1BEE9B8}"/>
              </a:ext>
            </a:extLst>
          </p:cNvPr>
          <p:cNvSpPr/>
          <p:nvPr/>
        </p:nvSpPr>
        <p:spPr>
          <a:xfrm>
            <a:off x="-1843396" y="171599"/>
            <a:ext cx="5026500" cy="5454501"/>
          </a:xfrm>
          <a:prstGeom prst="rect">
            <a:avLst/>
          </a:prstGeom>
          <a:solidFill>
            <a:srgbClr val="435D74">
              <a:alpha val="80000"/>
            </a:srgbClr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de-DE" sz="1800" b="0" i="0" u="none" strike="noStrike" kern="1200" cap="none" spc="0" baseline="0" dirty="0">
              <a:solidFill>
                <a:srgbClr val="FFFFFF"/>
              </a:solidFill>
              <a:uFillTx/>
              <a:latin typeface="Rajdhani" panose="02000000000000000000" pitchFamily="2" charset="0"/>
              <a:cs typeface="Rajdhani" panose="02000000000000000000" pitchFamily="2" charset="0"/>
            </a:endParaRPr>
          </a:p>
        </p:txBody>
      </p:sp>
      <p:sp>
        <p:nvSpPr>
          <p:cNvPr id="2" name="TextBox 7">
            <a:extLst>
              <a:ext uri="{FF2B5EF4-FFF2-40B4-BE49-F238E27FC236}">
                <a16:creationId xmlns:a16="http://schemas.microsoft.com/office/drawing/2014/main" id="{BA083ED9-F673-096F-0158-E1C81747F7F5}"/>
              </a:ext>
            </a:extLst>
          </p:cNvPr>
          <p:cNvSpPr txBox="1"/>
          <p:nvPr/>
        </p:nvSpPr>
        <p:spPr>
          <a:xfrm>
            <a:off x="426368" y="374573"/>
            <a:ext cx="29068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de-DE" sz="2400" dirty="0">
              <a:solidFill>
                <a:schemeClr val="bg1"/>
              </a:solidFill>
              <a:latin typeface="Rajdhani" panose="02000000000000000000" pitchFamily="2" charset="0"/>
              <a:cs typeface="Rajdhani" panose="02000000000000000000" pitchFamily="2" charset="0"/>
            </a:endParaRPr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0C113F30-9E20-1EB6-6774-BDA28363916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6368" y="337930"/>
            <a:ext cx="2343336" cy="1007165"/>
          </a:xfrm>
          <a:prstGeom prst="rect">
            <a:avLst/>
          </a:prstGeom>
        </p:spPr>
        <p:txBody>
          <a:bodyPr/>
          <a:lstStyle>
            <a:lvl1pPr>
              <a:defRPr sz="2400" b="0">
                <a:solidFill>
                  <a:schemeClr val="bg1"/>
                </a:solidFill>
                <a:latin typeface="Rajdhani" panose="02000000000000000000" pitchFamily="2" charset="0"/>
              </a:defRPr>
            </a:lvl1pPr>
          </a:lstStyle>
          <a:p>
            <a:r>
              <a:rPr lang="de-DE" dirty="0"/>
              <a:t>TITEL</a:t>
            </a:r>
            <a:br>
              <a:rPr lang="de-DE" dirty="0"/>
            </a:br>
            <a:r>
              <a:rPr lang="de-DE" dirty="0"/>
              <a:t>BEISPIEL</a:t>
            </a:r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71633957-3C2D-36DF-C793-75B532E4B5E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98174" y="1379538"/>
            <a:ext cx="2472014" cy="2271712"/>
          </a:xfrm>
          <a:prstGeom prst="rect">
            <a:avLst/>
          </a:prstGeom>
        </p:spPr>
        <p:txBody>
          <a:bodyPr/>
          <a:lstStyle>
            <a:lvl1pPr marL="323850" indent="-171450" algn="l">
              <a:buClr>
                <a:schemeClr val="bg1"/>
              </a:buClr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  <a:latin typeface="Rajdhani" panose="02000000000000000000" pitchFamily="2" charset="0"/>
              </a:defRPr>
            </a:lvl1pPr>
            <a:lvl2pPr>
              <a:defRPr sz="1400">
                <a:solidFill>
                  <a:schemeClr val="bg1"/>
                </a:solidFill>
                <a:latin typeface="+mj-lt"/>
              </a:defRPr>
            </a:lvl2pPr>
            <a:lvl3pPr>
              <a:defRPr sz="1400">
                <a:solidFill>
                  <a:schemeClr val="bg1"/>
                </a:solidFill>
                <a:latin typeface="+mj-lt"/>
              </a:defRPr>
            </a:lvl3pPr>
            <a:lvl4pPr>
              <a:defRPr>
                <a:solidFill>
                  <a:schemeClr val="bg1"/>
                </a:solidFill>
                <a:latin typeface="+mj-lt"/>
              </a:defRPr>
            </a:lvl4pPr>
            <a:lvl5pPr>
              <a:defRPr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8503336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text 5" preserve="1">
  <p:cSld name="1_Title + text 5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Bildplatzhalter 8">
            <a:extLst>
              <a:ext uri="{FF2B5EF4-FFF2-40B4-BE49-F238E27FC236}">
                <a16:creationId xmlns:a16="http://schemas.microsoft.com/office/drawing/2014/main" id="{1401F69C-35E4-6A9C-1AA3-D11AB707ABC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199733" y="559781"/>
            <a:ext cx="2976300" cy="4059901"/>
          </a:xfrm>
          <a:prstGeom prst="rect">
            <a:avLst/>
          </a:prstGeom>
        </p:spPr>
        <p:txBody>
          <a:bodyPr/>
          <a:lstStyle/>
          <a:p>
            <a:r>
              <a:rPr lang="de-DE"/>
              <a:t>Bild durch Klicken auf Symbol hinzufügen</a:t>
            </a:r>
          </a:p>
        </p:txBody>
      </p:sp>
      <p:sp>
        <p:nvSpPr>
          <p:cNvPr id="9" name="Bildplatzhalter 8">
            <a:extLst>
              <a:ext uri="{FF2B5EF4-FFF2-40B4-BE49-F238E27FC236}">
                <a16:creationId xmlns:a16="http://schemas.microsoft.com/office/drawing/2014/main" id="{3F6E047B-5658-A712-0B85-C11EB10A6F2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09613" y="539750"/>
            <a:ext cx="2976300" cy="4059901"/>
          </a:xfrm>
          <a:prstGeom prst="rect">
            <a:avLst/>
          </a:prstGeom>
        </p:spPr>
        <p:txBody>
          <a:bodyPr/>
          <a:lstStyle/>
          <a:p>
            <a:r>
              <a:rPr lang="de-DE"/>
              <a:t>Bild durch Klicken auf Symbol hinzufügen</a:t>
            </a:r>
          </a:p>
        </p:txBody>
      </p:sp>
      <p:sp>
        <p:nvSpPr>
          <p:cNvPr id="5" name="Rechteck 5">
            <a:extLst>
              <a:ext uri="{FF2B5EF4-FFF2-40B4-BE49-F238E27FC236}">
                <a16:creationId xmlns:a16="http://schemas.microsoft.com/office/drawing/2014/main" id="{1C22DF33-A1B2-116E-C4B9-0D3257832F61}"/>
              </a:ext>
            </a:extLst>
          </p:cNvPr>
          <p:cNvSpPr/>
          <p:nvPr/>
        </p:nvSpPr>
        <p:spPr>
          <a:xfrm>
            <a:off x="7318468" y="541750"/>
            <a:ext cx="1115701" cy="4059901"/>
          </a:xfrm>
          <a:prstGeom prst="rect">
            <a:avLst/>
          </a:prstGeom>
          <a:solidFill>
            <a:srgbClr val="435D74">
              <a:alpha val="80000"/>
            </a:srgbClr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de-DE" sz="1800" b="0" i="0" u="none" strike="noStrike" kern="1200" cap="none" spc="0" baseline="0" dirty="0">
              <a:solidFill>
                <a:srgbClr val="FFFFFF"/>
              </a:solidFill>
              <a:uFillTx/>
              <a:latin typeface="Rajdhani" panose="02000000000000000000" pitchFamily="2" charset="0"/>
              <a:cs typeface="Rajdhani" panose="02000000000000000000" pitchFamily="2" charset="0"/>
            </a:endParaRPr>
          </a:p>
        </p:txBody>
      </p:sp>
      <p:sp>
        <p:nvSpPr>
          <p:cNvPr id="8" name="Titel 3">
            <a:extLst>
              <a:ext uri="{FF2B5EF4-FFF2-40B4-BE49-F238E27FC236}">
                <a16:creationId xmlns:a16="http://schemas.microsoft.com/office/drawing/2014/main" id="{E54E0393-4B80-9BF8-C196-988B9F73D5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 rot="5400000">
            <a:off x="6342228" y="2136484"/>
            <a:ext cx="3185482" cy="427446"/>
          </a:xfrm>
          <a:prstGeom prst="rect">
            <a:avLst/>
          </a:prstGeom>
        </p:spPr>
        <p:txBody>
          <a:bodyPr/>
          <a:lstStyle>
            <a:lvl1pPr>
              <a:defRPr sz="2400" b="0">
                <a:solidFill>
                  <a:schemeClr val="bg1"/>
                </a:solidFill>
                <a:latin typeface="Rajdhani" panose="02000000000000000000" pitchFamily="2" charset="0"/>
              </a:defRPr>
            </a:lvl1pPr>
          </a:lstStyle>
          <a:p>
            <a:r>
              <a:rPr lang="en" b="0" dirty="0">
                <a:solidFill>
                  <a:schemeClr val="lt1"/>
                </a:solidFill>
                <a:latin typeface="+mj-lt"/>
              </a:rPr>
              <a:t>OUR TEAM</a:t>
            </a:r>
            <a:endParaRPr lang="de-DE" dirty="0"/>
          </a:p>
        </p:txBody>
      </p:sp>
      <p:sp>
        <p:nvSpPr>
          <p:cNvPr id="4" name="Rechteck 5">
            <a:extLst>
              <a:ext uri="{FF2B5EF4-FFF2-40B4-BE49-F238E27FC236}">
                <a16:creationId xmlns:a16="http://schemas.microsoft.com/office/drawing/2014/main" id="{AF0A0A1E-440A-9753-CE6B-0DBCC72B7C36}"/>
              </a:ext>
            </a:extLst>
          </p:cNvPr>
          <p:cNvSpPr/>
          <p:nvPr/>
        </p:nvSpPr>
        <p:spPr>
          <a:xfrm>
            <a:off x="2991570" y="803450"/>
            <a:ext cx="1115701" cy="1229099"/>
          </a:xfrm>
          <a:prstGeom prst="rect">
            <a:avLst/>
          </a:prstGeom>
          <a:solidFill>
            <a:srgbClr val="000000">
              <a:alpha val="50000"/>
            </a:srgbClr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de-DE" sz="1800" b="0" i="0" u="none" strike="noStrike" kern="1200" cap="none" spc="0" baseline="0" dirty="0">
              <a:solidFill>
                <a:srgbClr val="FFFFFF"/>
              </a:solidFill>
              <a:uFillTx/>
              <a:latin typeface="Rajdhani" panose="02000000000000000000" pitchFamily="2" charset="0"/>
              <a:cs typeface="Rajdhani" panose="02000000000000000000" pitchFamily="2" charset="0"/>
            </a:endParaRP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1D0CE2BA-2183-CD23-A420-C726612FD506}"/>
              </a:ext>
            </a:extLst>
          </p:cNvPr>
          <p:cNvSpPr/>
          <p:nvPr/>
        </p:nvSpPr>
        <p:spPr>
          <a:xfrm>
            <a:off x="3846824" y="2962650"/>
            <a:ext cx="1115701" cy="1229099"/>
          </a:xfrm>
          <a:prstGeom prst="rect">
            <a:avLst/>
          </a:prstGeom>
          <a:solidFill>
            <a:srgbClr val="000000">
              <a:alpha val="50000"/>
            </a:srgbClr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de-DE" sz="1800" b="0" i="0" u="none" strike="noStrike" kern="1200" cap="none" spc="0" baseline="0" dirty="0">
              <a:solidFill>
                <a:srgbClr val="FFFFFF"/>
              </a:solidFill>
              <a:uFillTx/>
              <a:latin typeface="Rajdhani" panose="02000000000000000000" pitchFamily="2" charset="0"/>
              <a:cs typeface="Rajdhani" panose="02000000000000000000" pitchFamily="2" charset="0"/>
            </a:endParaRPr>
          </a:p>
        </p:txBody>
      </p:sp>
      <p:sp>
        <p:nvSpPr>
          <p:cNvPr id="11" name="Textplatzhalter 7">
            <a:extLst>
              <a:ext uri="{FF2B5EF4-FFF2-40B4-BE49-F238E27FC236}">
                <a16:creationId xmlns:a16="http://schemas.microsoft.com/office/drawing/2014/main" id="{517C19E4-42BB-E0E4-FE02-80F2B71B2EA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870380" y="803450"/>
            <a:ext cx="1258136" cy="2271712"/>
          </a:xfrm>
          <a:prstGeom prst="rect">
            <a:avLst/>
          </a:prstGeom>
        </p:spPr>
        <p:txBody>
          <a:bodyPr/>
          <a:lstStyle>
            <a:lvl1pPr marL="152400" indent="0" algn="l">
              <a:buClr>
                <a:schemeClr val="bg1"/>
              </a:buClr>
              <a:buFont typeface="Arial" panose="020B0604020202020204" pitchFamily="34" charset="0"/>
              <a:buNone/>
              <a:defRPr sz="1000">
                <a:solidFill>
                  <a:schemeClr val="bg1"/>
                </a:solidFill>
                <a:latin typeface="Rajdhani" panose="02000000000000000000" pitchFamily="2" charset="0"/>
              </a:defRPr>
            </a:lvl1pPr>
            <a:lvl2pPr>
              <a:defRPr>
                <a:solidFill>
                  <a:schemeClr val="bg1"/>
                </a:solidFill>
                <a:latin typeface="+mj-lt"/>
              </a:defRPr>
            </a:lvl2pPr>
            <a:lvl3pPr>
              <a:defRPr>
                <a:solidFill>
                  <a:schemeClr val="bg1"/>
                </a:solidFill>
                <a:latin typeface="+mj-lt"/>
              </a:defRPr>
            </a:lvl3pPr>
            <a:lvl4pPr marL="1028700" indent="0">
              <a:buNone/>
              <a:defRPr>
                <a:solidFill>
                  <a:schemeClr val="bg1"/>
                </a:solidFill>
                <a:latin typeface="+mj-lt"/>
              </a:defRPr>
            </a:lvl4pPr>
            <a:lvl5pPr>
              <a:defRPr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de-DE" dirty="0"/>
              <a:t>Mastertextformat </a:t>
            </a:r>
            <a:r>
              <a:rPr lang="de-DE" dirty="0" err="1"/>
              <a:t>bearbeiteVierte</a:t>
            </a:r>
            <a:r>
              <a:rPr lang="de-DE" dirty="0"/>
              <a:t>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12" name="Textplatzhalter 7">
            <a:extLst>
              <a:ext uri="{FF2B5EF4-FFF2-40B4-BE49-F238E27FC236}">
                <a16:creationId xmlns:a16="http://schemas.microsoft.com/office/drawing/2014/main" id="{3517A4F2-3414-A4D1-0C7B-3E8A943003B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660359" y="2962650"/>
            <a:ext cx="1258136" cy="2271712"/>
          </a:xfrm>
          <a:prstGeom prst="rect">
            <a:avLst/>
          </a:prstGeom>
        </p:spPr>
        <p:txBody>
          <a:bodyPr/>
          <a:lstStyle>
            <a:lvl1pPr marL="152400" indent="0" algn="r">
              <a:buClr>
                <a:schemeClr val="bg1"/>
              </a:buClr>
              <a:buFont typeface="Arial" panose="020B0604020202020204" pitchFamily="34" charset="0"/>
              <a:buNone/>
              <a:defRPr sz="1000">
                <a:solidFill>
                  <a:schemeClr val="bg1"/>
                </a:solidFill>
                <a:latin typeface="Rajdhani" panose="02000000000000000000" pitchFamily="2" charset="0"/>
              </a:defRPr>
            </a:lvl1pPr>
            <a:lvl2pPr>
              <a:defRPr>
                <a:solidFill>
                  <a:schemeClr val="bg1"/>
                </a:solidFill>
                <a:latin typeface="+mj-lt"/>
              </a:defRPr>
            </a:lvl2pPr>
            <a:lvl3pPr>
              <a:defRPr>
                <a:solidFill>
                  <a:schemeClr val="bg1"/>
                </a:solidFill>
                <a:latin typeface="+mj-lt"/>
              </a:defRPr>
            </a:lvl3pPr>
            <a:lvl4pPr>
              <a:defRPr>
                <a:solidFill>
                  <a:schemeClr val="bg1"/>
                </a:solidFill>
                <a:latin typeface="+mj-lt"/>
              </a:defRPr>
            </a:lvl4pPr>
            <a:lvl5pPr>
              <a:defRPr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5503172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text 5" preserve="1">
  <p:cSld name="1_Title + text 5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Bildplatzhalter 8">
            <a:extLst>
              <a:ext uri="{FF2B5EF4-FFF2-40B4-BE49-F238E27FC236}">
                <a16:creationId xmlns:a16="http://schemas.microsoft.com/office/drawing/2014/main" id="{3F6E047B-5658-A712-0B85-C11EB10A6F2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09613" y="539750"/>
            <a:ext cx="2976300" cy="4059901"/>
          </a:xfrm>
          <a:prstGeom prst="rect">
            <a:avLst/>
          </a:prstGeom>
        </p:spPr>
        <p:txBody>
          <a:bodyPr/>
          <a:lstStyle/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5" name="Rechteck 5">
            <a:extLst>
              <a:ext uri="{FF2B5EF4-FFF2-40B4-BE49-F238E27FC236}">
                <a16:creationId xmlns:a16="http://schemas.microsoft.com/office/drawing/2014/main" id="{1C22DF33-A1B2-116E-C4B9-0D3257832F61}"/>
              </a:ext>
            </a:extLst>
          </p:cNvPr>
          <p:cNvSpPr/>
          <p:nvPr/>
        </p:nvSpPr>
        <p:spPr>
          <a:xfrm>
            <a:off x="7318468" y="541750"/>
            <a:ext cx="1115701" cy="4059901"/>
          </a:xfrm>
          <a:prstGeom prst="rect">
            <a:avLst/>
          </a:prstGeom>
          <a:solidFill>
            <a:srgbClr val="435D74">
              <a:alpha val="80000"/>
            </a:srgbClr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de-DE" sz="1800" b="0" i="0" u="none" strike="noStrike" kern="1200" cap="none" spc="0" baseline="0" dirty="0">
              <a:solidFill>
                <a:srgbClr val="FFFFFF"/>
              </a:solidFill>
              <a:uFillTx/>
              <a:latin typeface="Rajdhani" panose="02000000000000000000" pitchFamily="2" charset="0"/>
              <a:cs typeface="Rajdhani" panose="02000000000000000000" pitchFamily="2" charset="0"/>
            </a:endParaRPr>
          </a:p>
        </p:txBody>
      </p:sp>
      <p:sp>
        <p:nvSpPr>
          <p:cNvPr id="8" name="Titel 3">
            <a:extLst>
              <a:ext uri="{FF2B5EF4-FFF2-40B4-BE49-F238E27FC236}">
                <a16:creationId xmlns:a16="http://schemas.microsoft.com/office/drawing/2014/main" id="{E54E0393-4B80-9BF8-C196-988B9F73D5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 rot="5400000">
            <a:off x="6342228" y="2136484"/>
            <a:ext cx="3185482" cy="427446"/>
          </a:xfrm>
          <a:prstGeom prst="rect">
            <a:avLst/>
          </a:prstGeom>
        </p:spPr>
        <p:txBody>
          <a:bodyPr/>
          <a:lstStyle>
            <a:lvl1pPr>
              <a:defRPr sz="2400" b="0">
                <a:solidFill>
                  <a:schemeClr val="bg1"/>
                </a:solidFill>
                <a:latin typeface="Rajdhani" panose="02000000000000000000" pitchFamily="2" charset="0"/>
              </a:defRPr>
            </a:lvl1pPr>
          </a:lstStyle>
          <a:p>
            <a:r>
              <a:rPr lang="en" b="0" dirty="0">
                <a:solidFill>
                  <a:schemeClr val="lt1"/>
                </a:solidFill>
                <a:latin typeface="+mj-lt"/>
              </a:rPr>
              <a:t>WHO I AM </a:t>
            </a:r>
            <a:endParaRPr lang="de-DE" dirty="0"/>
          </a:p>
        </p:txBody>
      </p:sp>
      <p:sp>
        <p:nvSpPr>
          <p:cNvPr id="4" name="Rechteck 5">
            <a:extLst>
              <a:ext uri="{FF2B5EF4-FFF2-40B4-BE49-F238E27FC236}">
                <a16:creationId xmlns:a16="http://schemas.microsoft.com/office/drawing/2014/main" id="{AF0A0A1E-440A-9753-CE6B-0DBCC72B7C36}"/>
              </a:ext>
            </a:extLst>
          </p:cNvPr>
          <p:cNvSpPr/>
          <p:nvPr/>
        </p:nvSpPr>
        <p:spPr>
          <a:xfrm>
            <a:off x="3277840" y="4249515"/>
            <a:ext cx="1386118" cy="264357"/>
          </a:xfrm>
          <a:prstGeom prst="rect">
            <a:avLst/>
          </a:prstGeom>
          <a:solidFill>
            <a:srgbClr val="000000">
              <a:alpha val="50000"/>
            </a:srgbClr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de-DE" sz="1800" b="0" i="0" u="none" strike="noStrike" kern="1200" cap="none" spc="0" baseline="0" dirty="0">
              <a:solidFill>
                <a:srgbClr val="FFFFFF"/>
              </a:solidFill>
              <a:uFillTx/>
              <a:latin typeface="Rajdhani" panose="02000000000000000000" pitchFamily="2" charset="0"/>
              <a:cs typeface="Rajdhani" panose="02000000000000000000" pitchFamily="2" charset="0"/>
            </a:endParaRP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1D0CE2BA-2183-CD23-A420-C726612FD506}"/>
              </a:ext>
            </a:extLst>
          </p:cNvPr>
          <p:cNvSpPr/>
          <p:nvPr/>
        </p:nvSpPr>
        <p:spPr>
          <a:xfrm>
            <a:off x="4199733" y="539750"/>
            <a:ext cx="2976300" cy="4079932"/>
          </a:xfrm>
          <a:prstGeom prst="rect">
            <a:avLst/>
          </a:prstGeom>
          <a:solidFill>
            <a:srgbClr val="000000">
              <a:alpha val="50000"/>
            </a:srgbClr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de-DE" sz="1800" b="0" i="0" u="none" strike="noStrike" kern="1200" cap="none" spc="0" baseline="0" dirty="0">
              <a:solidFill>
                <a:srgbClr val="FFFFFF"/>
              </a:solidFill>
              <a:uFillTx/>
              <a:latin typeface="Rajdhani" panose="02000000000000000000" pitchFamily="2" charset="0"/>
              <a:cs typeface="Rajdhani" panose="02000000000000000000" pitchFamily="2" charset="0"/>
            </a:endParaRPr>
          </a:p>
        </p:txBody>
      </p:sp>
      <p:sp>
        <p:nvSpPr>
          <p:cNvPr id="11" name="Textplatzhalter 7">
            <a:extLst>
              <a:ext uri="{FF2B5EF4-FFF2-40B4-BE49-F238E27FC236}">
                <a16:creationId xmlns:a16="http://schemas.microsoft.com/office/drawing/2014/main" id="{517C19E4-42BB-E0E4-FE02-80F2B71B2EA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137636" y="4272034"/>
            <a:ext cx="1258136" cy="338517"/>
          </a:xfrm>
          <a:prstGeom prst="rect">
            <a:avLst/>
          </a:prstGeom>
        </p:spPr>
        <p:txBody>
          <a:bodyPr/>
          <a:lstStyle>
            <a:lvl1pPr marL="152400" indent="0" algn="l">
              <a:buClr>
                <a:schemeClr val="bg1"/>
              </a:buClr>
              <a:buFont typeface="Arial" panose="020B0604020202020204" pitchFamily="34" charset="0"/>
              <a:buNone/>
              <a:defRPr sz="1000">
                <a:solidFill>
                  <a:schemeClr val="bg1"/>
                </a:solidFill>
                <a:latin typeface="Rajdhani" panose="02000000000000000000" pitchFamily="2" charset="0"/>
              </a:defRPr>
            </a:lvl1pPr>
            <a:lvl2pPr>
              <a:defRPr>
                <a:solidFill>
                  <a:schemeClr val="bg1"/>
                </a:solidFill>
                <a:latin typeface="+mj-lt"/>
              </a:defRPr>
            </a:lvl2pPr>
            <a:lvl3pPr>
              <a:defRPr>
                <a:solidFill>
                  <a:schemeClr val="bg1"/>
                </a:solidFill>
                <a:latin typeface="+mj-lt"/>
              </a:defRPr>
            </a:lvl3pPr>
            <a:lvl4pPr>
              <a:defRPr>
                <a:solidFill>
                  <a:schemeClr val="bg1"/>
                </a:solidFill>
                <a:latin typeface="+mj-lt"/>
              </a:defRPr>
            </a:lvl4pPr>
            <a:lvl5pPr>
              <a:defRPr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de-DE" dirty="0"/>
              <a:t>Name</a:t>
            </a:r>
          </a:p>
          <a:p>
            <a:pPr lvl="0"/>
            <a:endParaRPr lang="de-DE" dirty="0"/>
          </a:p>
        </p:txBody>
      </p:sp>
      <p:sp>
        <p:nvSpPr>
          <p:cNvPr id="13" name="Textplatzhalter 7">
            <a:extLst>
              <a:ext uri="{FF2B5EF4-FFF2-40B4-BE49-F238E27FC236}">
                <a16:creationId xmlns:a16="http://schemas.microsoft.com/office/drawing/2014/main" id="{CA87591C-CF53-3F59-FC83-4C21AA42C58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178488" y="1671236"/>
            <a:ext cx="2472014" cy="2271712"/>
          </a:xfrm>
          <a:prstGeom prst="rect">
            <a:avLst/>
          </a:prstGeom>
        </p:spPr>
        <p:txBody>
          <a:bodyPr/>
          <a:lstStyle>
            <a:lvl1pPr marL="323850" indent="-171450" algn="l">
              <a:buClr>
                <a:schemeClr val="bg1"/>
              </a:buClr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  <a:latin typeface="Rajdhani" panose="02000000000000000000" pitchFamily="2" charset="0"/>
              </a:defRPr>
            </a:lvl1pPr>
            <a:lvl2pPr>
              <a:defRPr sz="1400">
                <a:solidFill>
                  <a:schemeClr val="bg1"/>
                </a:solidFill>
                <a:latin typeface="+mj-lt"/>
              </a:defRPr>
            </a:lvl2pPr>
            <a:lvl3pPr>
              <a:defRPr sz="1400">
                <a:solidFill>
                  <a:schemeClr val="bg1"/>
                </a:solidFill>
                <a:latin typeface="+mj-lt"/>
              </a:defRPr>
            </a:lvl3pPr>
            <a:lvl4pPr>
              <a:defRPr sz="1400">
                <a:solidFill>
                  <a:schemeClr val="bg1"/>
                </a:solidFill>
                <a:latin typeface="+mj-lt"/>
              </a:defRPr>
            </a:lvl4pPr>
            <a:lvl5pPr>
              <a:defRPr sz="14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2" name="Textplatzhalter 7">
            <a:extLst>
              <a:ext uri="{FF2B5EF4-FFF2-40B4-BE49-F238E27FC236}">
                <a16:creationId xmlns:a16="http://schemas.microsoft.com/office/drawing/2014/main" id="{B03C1ECA-7D4C-9D66-2242-66AA5035F6F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199733" y="629628"/>
            <a:ext cx="2491872" cy="449912"/>
          </a:xfrm>
          <a:prstGeom prst="rect">
            <a:avLst/>
          </a:prstGeom>
        </p:spPr>
        <p:txBody>
          <a:bodyPr/>
          <a:lstStyle>
            <a:lvl1pPr marL="152400" indent="0" algn="l">
              <a:buClr>
                <a:schemeClr val="bg1"/>
              </a:buClr>
              <a:buFont typeface="Arial" panose="020B0604020202020204" pitchFamily="34" charset="0"/>
              <a:buNone/>
              <a:defRPr sz="2400">
                <a:solidFill>
                  <a:schemeClr val="bg1"/>
                </a:solidFill>
                <a:latin typeface="Rajdhani" panose="02000000000000000000" pitchFamily="2" charset="0"/>
              </a:defRPr>
            </a:lvl1pPr>
            <a:lvl2pPr>
              <a:defRPr>
                <a:solidFill>
                  <a:schemeClr val="bg1"/>
                </a:solidFill>
                <a:latin typeface="+mj-lt"/>
              </a:defRPr>
            </a:lvl2pPr>
            <a:lvl3pPr>
              <a:defRPr>
                <a:solidFill>
                  <a:schemeClr val="bg1"/>
                </a:solidFill>
                <a:latin typeface="+mj-lt"/>
              </a:defRPr>
            </a:lvl3pPr>
            <a:lvl4pPr>
              <a:defRPr>
                <a:solidFill>
                  <a:schemeClr val="bg1"/>
                </a:solidFill>
                <a:latin typeface="+mj-lt"/>
              </a:defRPr>
            </a:lvl4pPr>
            <a:lvl5pPr>
              <a:defRPr>
                <a:solidFill>
                  <a:schemeClr val="bg1"/>
                </a:solidFill>
                <a:latin typeface="+mj-lt"/>
              </a:defRPr>
            </a:lvl5pPr>
          </a:lstStyle>
          <a:p>
            <a:pPr marL="15240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ts val="1200"/>
              <a:buFont typeface="Arial" panose="020B0604020202020204" pitchFamily="34" charset="0"/>
              <a:buNone/>
              <a:tabLst/>
              <a:defRPr/>
            </a:pPr>
            <a:r>
              <a:rPr lang="de-DE" dirty="0"/>
              <a:t>TITEL</a:t>
            </a:r>
          </a:p>
          <a:p>
            <a:pPr lvl="0"/>
            <a:endParaRPr lang="de-DE" dirty="0"/>
          </a:p>
          <a:p>
            <a:pPr lvl="0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6153895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text 1" preserve="1">
  <p:cSld name="Title + text 1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ildplatzhalter 3">
            <a:extLst>
              <a:ext uri="{FF2B5EF4-FFF2-40B4-BE49-F238E27FC236}">
                <a16:creationId xmlns:a16="http://schemas.microsoft.com/office/drawing/2014/main" id="{BAD763C5-FDEC-58CD-84B2-C76957A45C9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9144000" cy="5143500"/>
          </a:xfrm>
          <a:prstGeom prst="rect">
            <a:avLst/>
          </a:prstGeom>
        </p:spPr>
        <p:txBody>
          <a:bodyPr/>
          <a:lstStyle/>
          <a:p>
            <a:r>
              <a:rPr lang="de-DE"/>
              <a:t>Bild durch Klicken auf Symbol hinzufügen</a:t>
            </a:r>
          </a:p>
        </p:txBody>
      </p:sp>
      <p:sp>
        <p:nvSpPr>
          <p:cNvPr id="3" name="Rechteck 5">
            <a:extLst>
              <a:ext uri="{FF2B5EF4-FFF2-40B4-BE49-F238E27FC236}">
                <a16:creationId xmlns:a16="http://schemas.microsoft.com/office/drawing/2014/main" id="{1140E54D-0A8A-17BF-BA4C-00A8CF70E97F}"/>
              </a:ext>
            </a:extLst>
          </p:cNvPr>
          <p:cNvSpPr/>
          <p:nvPr/>
        </p:nvSpPr>
        <p:spPr>
          <a:xfrm>
            <a:off x="-86139" y="2800242"/>
            <a:ext cx="9622025" cy="4059901"/>
          </a:xfrm>
          <a:prstGeom prst="rect">
            <a:avLst/>
          </a:prstGeom>
          <a:solidFill>
            <a:srgbClr val="000000">
              <a:alpha val="50000"/>
            </a:srgbClr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de-DE" sz="1800" b="0" i="0" u="none" strike="noStrike" kern="1200" cap="none" spc="0" baseline="0" dirty="0">
              <a:solidFill>
                <a:srgbClr val="FFFFFF"/>
              </a:solidFill>
              <a:uFillTx/>
              <a:latin typeface="Rajdhani" panose="02000000000000000000" pitchFamily="2" charset="0"/>
              <a:cs typeface="Rajdhani" panose="02000000000000000000" pitchFamily="2" charset="0"/>
            </a:endParaRPr>
          </a:p>
        </p:txBody>
      </p:sp>
      <p:sp>
        <p:nvSpPr>
          <p:cNvPr id="6" name="Textplatzhalter 7">
            <a:extLst>
              <a:ext uri="{FF2B5EF4-FFF2-40B4-BE49-F238E27FC236}">
                <a16:creationId xmlns:a16="http://schemas.microsoft.com/office/drawing/2014/main" id="{391D3C32-1644-92EA-432B-F7844583D71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03602" y="3346315"/>
            <a:ext cx="5726900" cy="2752351"/>
          </a:xfrm>
          <a:prstGeom prst="rect">
            <a:avLst/>
          </a:prstGeom>
        </p:spPr>
        <p:txBody>
          <a:bodyPr/>
          <a:lstStyle>
            <a:lvl1pPr marL="323850" indent="-171450" algn="l">
              <a:buClr>
                <a:schemeClr val="bg1"/>
              </a:buClr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  <a:latin typeface="Rajdhani" panose="02000000000000000000" pitchFamily="2" charset="0"/>
              </a:defRPr>
            </a:lvl1pPr>
            <a:lvl2pPr>
              <a:defRPr>
                <a:solidFill>
                  <a:schemeClr val="bg1"/>
                </a:solidFill>
                <a:latin typeface="+mj-lt"/>
              </a:defRPr>
            </a:lvl2pPr>
            <a:lvl3pPr>
              <a:defRPr>
                <a:solidFill>
                  <a:schemeClr val="bg1"/>
                </a:solidFill>
                <a:latin typeface="+mj-lt"/>
              </a:defRPr>
            </a:lvl3pPr>
            <a:lvl4pPr>
              <a:defRPr>
                <a:solidFill>
                  <a:schemeClr val="bg1"/>
                </a:solidFill>
                <a:latin typeface="+mj-lt"/>
              </a:defRPr>
            </a:lvl4pPr>
            <a:lvl5pPr>
              <a:defRPr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7" name="Textplatzhalter 7">
            <a:extLst>
              <a:ext uri="{FF2B5EF4-FFF2-40B4-BE49-F238E27FC236}">
                <a16:creationId xmlns:a16="http://schemas.microsoft.com/office/drawing/2014/main" id="{E85FC5BA-1795-D91C-07F4-0FF410CD17E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03602" y="2896403"/>
            <a:ext cx="2491872" cy="449912"/>
          </a:xfrm>
          <a:prstGeom prst="rect">
            <a:avLst/>
          </a:prstGeom>
        </p:spPr>
        <p:txBody>
          <a:bodyPr/>
          <a:lstStyle>
            <a:lvl1pPr marL="152400" indent="0" algn="l">
              <a:buClr>
                <a:schemeClr val="bg1"/>
              </a:buClr>
              <a:buFont typeface="Arial" panose="020B0604020202020204" pitchFamily="34" charset="0"/>
              <a:buNone/>
              <a:defRPr sz="2400">
                <a:solidFill>
                  <a:schemeClr val="bg1"/>
                </a:solidFill>
                <a:latin typeface="Rajdhani" panose="02000000000000000000" pitchFamily="2" charset="0"/>
              </a:defRPr>
            </a:lvl1pPr>
            <a:lvl2pPr>
              <a:defRPr>
                <a:solidFill>
                  <a:schemeClr val="bg1"/>
                </a:solidFill>
                <a:latin typeface="+mj-lt"/>
              </a:defRPr>
            </a:lvl2pPr>
            <a:lvl3pPr>
              <a:defRPr>
                <a:solidFill>
                  <a:schemeClr val="bg1"/>
                </a:solidFill>
                <a:latin typeface="+mj-lt"/>
              </a:defRPr>
            </a:lvl3pPr>
            <a:lvl4pPr>
              <a:defRPr>
                <a:solidFill>
                  <a:schemeClr val="bg1"/>
                </a:solidFill>
                <a:latin typeface="+mj-lt"/>
              </a:defRPr>
            </a:lvl4pPr>
            <a:lvl5pPr>
              <a:defRPr>
                <a:solidFill>
                  <a:schemeClr val="bg1"/>
                </a:solidFill>
                <a:latin typeface="+mj-lt"/>
              </a:defRPr>
            </a:lvl5pPr>
          </a:lstStyle>
          <a:p>
            <a:pPr marL="15240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ts val="1200"/>
              <a:buFont typeface="Arial" panose="020B0604020202020204" pitchFamily="34" charset="0"/>
              <a:buNone/>
              <a:tabLst/>
              <a:defRPr/>
            </a:pPr>
            <a:r>
              <a:rPr lang="de-DE" dirty="0"/>
              <a:t>TITEL</a:t>
            </a:r>
          </a:p>
          <a:p>
            <a:pPr lvl="0"/>
            <a:endParaRPr lang="de-DE" dirty="0"/>
          </a:p>
          <a:p>
            <a:pPr lvl="0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6393902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our columns 1" preserve="1">
  <p:cSld name="1_Four columns 1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Bildplatzhalter 8">
            <a:extLst>
              <a:ext uri="{FF2B5EF4-FFF2-40B4-BE49-F238E27FC236}">
                <a16:creationId xmlns:a16="http://schemas.microsoft.com/office/drawing/2014/main" id="{B759B371-AB93-F4AC-C3D4-FE071DDF070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95275" y="625475"/>
            <a:ext cx="6715125" cy="3810338"/>
          </a:xfrm>
          <a:prstGeom prst="rect">
            <a:avLst/>
          </a:prstGeom>
        </p:spPr>
        <p:txBody>
          <a:bodyPr/>
          <a:lstStyle/>
          <a:p>
            <a:r>
              <a:rPr lang="de-DE"/>
              <a:t>Bild durch Klicken auf Symbol hinzufügen</a:t>
            </a:r>
          </a:p>
        </p:txBody>
      </p:sp>
      <p:sp>
        <p:nvSpPr>
          <p:cNvPr id="3" name="Rechteck 5">
            <a:extLst>
              <a:ext uri="{FF2B5EF4-FFF2-40B4-BE49-F238E27FC236}">
                <a16:creationId xmlns:a16="http://schemas.microsoft.com/office/drawing/2014/main" id="{CB31CB82-21FA-2484-A5B0-60A9E6D02AA9}"/>
              </a:ext>
            </a:extLst>
          </p:cNvPr>
          <p:cNvSpPr/>
          <p:nvPr/>
        </p:nvSpPr>
        <p:spPr>
          <a:xfrm>
            <a:off x="5193126" y="1667122"/>
            <a:ext cx="3237324" cy="1057501"/>
          </a:xfrm>
          <a:prstGeom prst="rect">
            <a:avLst/>
          </a:prstGeom>
          <a:solidFill>
            <a:srgbClr val="000000">
              <a:alpha val="50000"/>
            </a:srgbClr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de-DE" sz="1800" b="0" i="0" u="none" strike="noStrike" kern="1200" cap="none" spc="0" baseline="0" dirty="0">
              <a:solidFill>
                <a:srgbClr val="FFFFFF"/>
              </a:solidFill>
              <a:uFillTx/>
              <a:latin typeface="Rajdhani" panose="02000000000000000000" pitchFamily="2" charset="0"/>
              <a:cs typeface="Rajdhani" panose="02000000000000000000" pitchFamily="2" charset="0"/>
            </a:endParaRPr>
          </a:p>
        </p:txBody>
      </p:sp>
      <p:sp>
        <p:nvSpPr>
          <p:cNvPr id="4" name="Rechteck 5">
            <a:extLst>
              <a:ext uri="{FF2B5EF4-FFF2-40B4-BE49-F238E27FC236}">
                <a16:creationId xmlns:a16="http://schemas.microsoft.com/office/drawing/2014/main" id="{EB64C794-E575-562B-76D7-813360BD1258}"/>
              </a:ext>
            </a:extLst>
          </p:cNvPr>
          <p:cNvSpPr/>
          <p:nvPr/>
        </p:nvSpPr>
        <p:spPr>
          <a:xfrm>
            <a:off x="0" y="1667123"/>
            <a:ext cx="1070700" cy="1057501"/>
          </a:xfrm>
          <a:prstGeom prst="rect">
            <a:avLst/>
          </a:prstGeom>
          <a:solidFill>
            <a:srgbClr val="000000">
              <a:alpha val="50000"/>
            </a:srgbClr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de-DE" sz="1800" b="0" i="0" u="none" strike="noStrike" kern="1200" cap="none" spc="0" baseline="0" dirty="0">
              <a:solidFill>
                <a:srgbClr val="FFFFFF"/>
              </a:solidFill>
              <a:uFillTx/>
              <a:latin typeface="Rajdhani" panose="02000000000000000000" pitchFamily="2" charset="0"/>
              <a:cs typeface="Rajdhani" panose="02000000000000000000" pitchFamily="2" charset="0"/>
            </a:endParaRPr>
          </a:p>
        </p:txBody>
      </p:sp>
      <p:sp>
        <p:nvSpPr>
          <p:cNvPr id="2" name="Textplatzhalter 7">
            <a:extLst>
              <a:ext uri="{FF2B5EF4-FFF2-40B4-BE49-F238E27FC236}">
                <a16:creationId xmlns:a16="http://schemas.microsoft.com/office/drawing/2014/main" id="{4D69F22B-8085-80D5-D866-6E95E4B3E7F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68076" y="1917152"/>
            <a:ext cx="2491872" cy="449912"/>
          </a:xfrm>
          <a:prstGeom prst="rect">
            <a:avLst/>
          </a:prstGeom>
        </p:spPr>
        <p:txBody>
          <a:bodyPr/>
          <a:lstStyle>
            <a:lvl1pPr marL="152400" indent="0" algn="l">
              <a:buClr>
                <a:schemeClr val="bg1"/>
              </a:buClr>
              <a:buFont typeface="Arial" panose="020B0604020202020204" pitchFamily="34" charset="0"/>
              <a:buNone/>
              <a:defRPr sz="2400">
                <a:solidFill>
                  <a:schemeClr val="bg1"/>
                </a:solidFill>
                <a:latin typeface="Rajdhani" panose="02000000000000000000" pitchFamily="2" charset="0"/>
              </a:defRPr>
            </a:lvl1pPr>
            <a:lvl2pPr>
              <a:defRPr>
                <a:solidFill>
                  <a:schemeClr val="bg1"/>
                </a:solidFill>
                <a:latin typeface="+mj-lt"/>
              </a:defRPr>
            </a:lvl2pPr>
            <a:lvl3pPr>
              <a:defRPr>
                <a:solidFill>
                  <a:schemeClr val="bg1"/>
                </a:solidFill>
                <a:latin typeface="+mj-lt"/>
              </a:defRPr>
            </a:lvl3pPr>
            <a:lvl4pPr>
              <a:defRPr>
                <a:solidFill>
                  <a:schemeClr val="bg1"/>
                </a:solidFill>
                <a:latin typeface="+mj-lt"/>
              </a:defRPr>
            </a:lvl4pPr>
            <a:lvl5pPr>
              <a:defRPr>
                <a:solidFill>
                  <a:schemeClr val="bg1"/>
                </a:solidFill>
                <a:latin typeface="+mj-lt"/>
              </a:defRPr>
            </a:lvl5pPr>
          </a:lstStyle>
          <a:p>
            <a:pPr marL="15240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ts val="1200"/>
              <a:buFont typeface="Arial" panose="020B0604020202020204" pitchFamily="34" charset="0"/>
              <a:buNone/>
              <a:tabLst/>
              <a:defRPr/>
            </a:pPr>
            <a:r>
              <a:rPr lang="de-DE" dirty="0"/>
              <a:t>TITEL</a:t>
            </a:r>
          </a:p>
          <a:p>
            <a:pPr lvl="0"/>
            <a:endParaRPr lang="de-DE" dirty="0"/>
          </a:p>
          <a:p>
            <a:pPr lvl="0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2377797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text 5" preserve="1">
  <p:cSld name="1_Title + text 5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65;p41">
            <a:extLst>
              <a:ext uri="{FF2B5EF4-FFF2-40B4-BE49-F238E27FC236}">
                <a16:creationId xmlns:a16="http://schemas.microsoft.com/office/drawing/2014/main" id="{21F4A673-146D-3532-3263-FE31B7DCCBB9}"/>
              </a:ext>
            </a:extLst>
          </p:cNvPr>
          <p:cNvSpPr/>
          <p:nvPr/>
        </p:nvSpPr>
        <p:spPr>
          <a:xfrm>
            <a:off x="-77822" y="652475"/>
            <a:ext cx="6801350" cy="1867500"/>
          </a:xfrm>
          <a:prstGeom prst="rect">
            <a:avLst/>
          </a:prstGeom>
          <a:solidFill>
            <a:srgbClr val="000000">
              <a:alpha val="50196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Rajdhani" panose="02000000000000000000" pitchFamily="2" charset="0"/>
              <a:cs typeface="Rajdhani" panose="02000000000000000000" pitchFamily="2" charset="0"/>
            </a:endParaRPr>
          </a:p>
        </p:txBody>
      </p:sp>
      <p:sp>
        <p:nvSpPr>
          <p:cNvPr id="4" name="Google Shape;366;p41">
            <a:extLst>
              <a:ext uri="{FF2B5EF4-FFF2-40B4-BE49-F238E27FC236}">
                <a16:creationId xmlns:a16="http://schemas.microsoft.com/office/drawing/2014/main" id="{FFC1C924-550C-8F3E-7D11-7D88612A399B}"/>
              </a:ext>
            </a:extLst>
          </p:cNvPr>
          <p:cNvSpPr/>
          <p:nvPr/>
        </p:nvSpPr>
        <p:spPr>
          <a:xfrm>
            <a:off x="-77821" y="2623525"/>
            <a:ext cx="6801350" cy="1867500"/>
          </a:xfrm>
          <a:prstGeom prst="rect">
            <a:avLst/>
          </a:prstGeom>
          <a:solidFill>
            <a:srgbClr val="000000">
              <a:alpha val="50196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Rajdhani" panose="02000000000000000000" pitchFamily="2" charset="0"/>
              <a:cs typeface="Rajdhani" panose="02000000000000000000" pitchFamily="2" charset="0"/>
            </a:endParaRPr>
          </a:p>
        </p:txBody>
      </p:sp>
      <p:sp>
        <p:nvSpPr>
          <p:cNvPr id="5" name="Rechteck 5">
            <a:extLst>
              <a:ext uri="{FF2B5EF4-FFF2-40B4-BE49-F238E27FC236}">
                <a16:creationId xmlns:a16="http://schemas.microsoft.com/office/drawing/2014/main" id="{1C22DF33-A1B2-116E-C4B9-0D3257832F61}"/>
              </a:ext>
            </a:extLst>
          </p:cNvPr>
          <p:cNvSpPr/>
          <p:nvPr/>
        </p:nvSpPr>
        <p:spPr>
          <a:xfrm>
            <a:off x="7318468" y="541750"/>
            <a:ext cx="1115701" cy="4059901"/>
          </a:xfrm>
          <a:prstGeom prst="rect">
            <a:avLst/>
          </a:prstGeom>
          <a:solidFill>
            <a:srgbClr val="435D74">
              <a:alpha val="80000"/>
            </a:srgbClr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de-DE" sz="1800" b="0" i="0" u="none" strike="noStrike" kern="1200" cap="none" spc="0" baseline="0" dirty="0">
              <a:solidFill>
                <a:srgbClr val="FFFFFF"/>
              </a:solidFill>
              <a:uFillTx/>
              <a:latin typeface="Rajdhani" panose="02000000000000000000" pitchFamily="2" charset="0"/>
              <a:cs typeface="Rajdhani" panose="02000000000000000000" pitchFamily="2" charset="0"/>
            </a:endParaRPr>
          </a:p>
        </p:txBody>
      </p:sp>
      <p:sp>
        <p:nvSpPr>
          <p:cNvPr id="8" name="Titel 3">
            <a:extLst>
              <a:ext uri="{FF2B5EF4-FFF2-40B4-BE49-F238E27FC236}">
                <a16:creationId xmlns:a16="http://schemas.microsoft.com/office/drawing/2014/main" id="{E54E0393-4B80-9BF8-C196-988B9F73D5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 rot="5400000">
            <a:off x="6342228" y="2136484"/>
            <a:ext cx="3185482" cy="427446"/>
          </a:xfrm>
          <a:prstGeom prst="rect">
            <a:avLst/>
          </a:prstGeom>
        </p:spPr>
        <p:txBody>
          <a:bodyPr/>
          <a:lstStyle>
            <a:lvl1pPr>
              <a:defRPr sz="2400" b="0">
                <a:solidFill>
                  <a:schemeClr val="bg1"/>
                </a:solidFill>
                <a:latin typeface="Rajdhani" panose="02000000000000000000" pitchFamily="2" charset="0"/>
              </a:defRPr>
            </a:lvl1pPr>
          </a:lstStyle>
          <a:p>
            <a:r>
              <a:rPr lang="de-DE" dirty="0"/>
              <a:t>TITEL</a:t>
            </a:r>
          </a:p>
        </p:txBody>
      </p:sp>
      <p:sp>
        <p:nvSpPr>
          <p:cNvPr id="11" name="Textplatzhalter 7">
            <a:extLst>
              <a:ext uri="{FF2B5EF4-FFF2-40B4-BE49-F238E27FC236}">
                <a16:creationId xmlns:a16="http://schemas.microsoft.com/office/drawing/2014/main" id="{3C0830A4-4C3A-FDBF-2C04-9DF4F145AF1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051599" y="1115439"/>
            <a:ext cx="2491873" cy="1388079"/>
          </a:xfrm>
          <a:prstGeom prst="rect">
            <a:avLst/>
          </a:prstGeom>
        </p:spPr>
        <p:txBody>
          <a:bodyPr/>
          <a:lstStyle>
            <a:lvl1pPr marL="152400" indent="0" algn="l">
              <a:buClr>
                <a:schemeClr val="bg1"/>
              </a:buClr>
              <a:buFont typeface="Arial" panose="020B0604020202020204" pitchFamily="34" charset="0"/>
              <a:buNone/>
              <a:defRPr sz="1400">
                <a:solidFill>
                  <a:schemeClr val="bg1"/>
                </a:solidFill>
                <a:latin typeface="Rajdhani" panose="02000000000000000000" pitchFamily="2" charset="0"/>
              </a:defRPr>
            </a:lvl1pPr>
            <a:lvl2pPr>
              <a:defRPr>
                <a:solidFill>
                  <a:schemeClr val="bg1"/>
                </a:solidFill>
                <a:latin typeface="+mj-lt"/>
              </a:defRPr>
            </a:lvl2pPr>
            <a:lvl3pPr>
              <a:defRPr>
                <a:solidFill>
                  <a:schemeClr val="bg1"/>
                </a:solidFill>
                <a:latin typeface="+mj-lt"/>
              </a:defRPr>
            </a:lvl3pPr>
            <a:lvl4pPr>
              <a:defRPr>
                <a:solidFill>
                  <a:schemeClr val="bg1"/>
                </a:solidFill>
                <a:latin typeface="+mj-lt"/>
              </a:defRPr>
            </a:lvl4pPr>
            <a:lvl5pPr>
              <a:defRPr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3" name="Textplatzhalter 7">
            <a:extLst>
              <a:ext uri="{FF2B5EF4-FFF2-40B4-BE49-F238E27FC236}">
                <a16:creationId xmlns:a16="http://schemas.microsoft.com/office/drawing/2014/main" id="{76695191-7F55-118A-B7EF-3CF9AE5375B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041762" y="3011946"/>
            <a:ext cx="2491872" cy="1473813"/>
          </a:xfrm>
          <a:prstGeom prst="rect">
            <a:avLst/>
          </a:prstGeom>
        </p:spPr>
        <p:txBody>
          <a:bodyPr/>
          <a:lstStyle>
            <a:lvl1pPr marL="152400" indent="0" algn="l">
              <a:buClr>
                <a:schemeClr val="bg1"/>
              </a:buClr>
              <a:buFont typeface="Arial" panose="020B0604020202020204" pitchFamily="34" charset="0"/>
              <a:buNone/>
              <a:defRPr sz="1400">
                <a:solidFill>
                  <a:schemeClr val="bg1"/>
                </a:solidFill>
                <a:latin typeface="Rajdhani" panose="02000000000000000000" pitchFamily="2" charset="0"/>
              </a:defRPr>
            </a:lvl1pPr>
            <a:lvl2pPr>
              <a:defRPr>
                <a:solidFill>
                  <a:schemeClr val="bg1"/>
                </a:solidFill>
                <a:latin typeface="+mj-lt"/>
              </a:defRPr>
            </a:lvl2pPr>
            <a:lvl3pPr>
              <a:defRPr>
                <a:solidFill>
                  <a:schemeClr val="bg1"/>
                </a:solidFill>
                <a:latin typeface="+mj-lt"/>
              </a:defRPr>
            </a:lvl3pPr>
            <a:lvl4pPr>
              <a:defRPr>
                <a:solidFill>
                  <a:schemeClr val="bg1"/>
                </a:solidFill>
                <a:latin typeface="+mj-lt"/>
              </a:defRPr>
            </a:lvl4pPr>
            <a:lvl5pPr>
              <a:defRPr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7" name="Bildplatzhalter 16">
            <a:extLst>
              <a:ext uri="{FF2B5EF4-FFF2-40B4-BE49-F238E27FC236}">
                <a16:creationId xmlns:a16="http://schemas.microsoft.com/office/drawing/2014/main" id="{E6B58B85-1A36-9D67-C5D4-9DC1782AE641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652463"/>
            <a:ext cx="4111625" cy="1851025"/>
          </a:xfrm>
          <a:prstGeom prst="rect">
            <a:avLst/>
          </a:prstGeom>
        </p:spPr>
        <p:txBody>
          <a:bodyPr/>
          <a:lstStyle/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19" name="Bildplatzhalter 18">
            <a:extLst>
              <a:ext uri="{FF2B5EF4-FFF2-40B4-BE49-F238E27FC236}">
                <a16:creationId xmlns:a16="http://schemas.microsoft.com/office/drawing/2014/main" id="{31F2270E-16BA-6B50-94C0-C0703684767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2618775"/>
            <a:ext cx="4111625" cy="1867500"/>
          </a:xfrm>
          <a:prstGeom prst="rect">
            <a:avLst/>
          </a:prstGeom>
        </p:spPr>
        <p:txBody>
          <a:bodyPr/>
          <a:lstStyle/>
          <a:p>
            <a:r>
              <a:rPr lang="de-DE"/>
              <a:t>Bild durch Klicken auf Symbol hinzufügen</a:t>
            </a:r>
          </a:p>
        </p:txBody>
      </p:sp>
      <p:sp>
        <p:nvSpPr>
          <p:cNvPr id="16" name="Textplatzhalter 7">
            <a:extLst>
              <a:ext uri="{FF2B5EF4-FFF2-40B4-BE49-F238E27FC236}">
                <a16:creationId xmlns:a16="http://schemas.microsoft.com/office/drawing/2014/main" id="{2FD20CA3-64C5-2645-86D4-7270CD24302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051600" y="665527"/>
            <a:ext cx="2491872" cy="449912"/>
          </a:xfrm>
          <a:prstGeom prst="rect">
            <a:avLst/>
          </a:prstGeom>
        </p:spPr>
        <p:txBody>
          <a:bodyPr/>
          <a:lstStyle>
            <a:lvl1pPr marL="152400" indent="0" algn="l">
              <a:buClr>
                <a:schemeClr val="bg1"/>
              </a:buClr>
              <a:buFont typeface="Arial" panose="020B0604020202020204" pitchFamily="34" charset="0"/>
              <a:buNone/>
              <a:defRPr sz="2400">
                <a:solidFill>
                  <a:schemeClr val="bg1"/>
                </a:solidFill>
                <a:latin typeface="Rajdhani" panose="02000000000000000000" pitchFamily="2" charset="0"/>
              </a:defRPr>
            </a:lvl1pPr>
            <a:lvl2pPr>
              <a:defRPr>
                <a:solidFill>
                  <a:schemeClr val="bg1"/>
                </a:solidFill>
                <a:latin typeface="+mj-lt"/>
              </a:defRPr>
            </a:lvl2pPr>
            <a:lvl3pPr>
              <a:defRPr>
                <a:solidFill>
                  <a:schemeClr val="bg1"/>
                </a:solidFill>
                <a:latin typeface="+mj-lt"/>
              </a:defRPr>
            </a:lvl3pPr>
            <a:lvl4pPr>
              <a:defRPr>
                <a:solidFill>
                  <a:schemeClr val="bg1"/>
                </a:solidFill>
                <a:latin typeface="+mj-lt"/>
              </a:defRPr>
            </a:lvl4pPr>
            <a:lvl5pPr>
              <a:defRPr>
                <a:solidFill>
                  <a:schemeClr val="bg1"/>
                </a:solidFill>
                <a:latin typeface="+mj-lt"/>
              </a:defRPr>
            </a:lvl5pPr>
          </a:lstStyle>
          <a:p>
            <a:pPr marL="15240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ts val="1200"/>
              <a:buFont typeface="Arial" panose="020B0604020202020204" pitchFamily="34" charset="0"/>
              <a:buNone/>
              <a:tabLst/>
              <a:defRPr/>
            </a:pPr>
            <a:r>
              <a:rPr lang="de-DE" dirty="0"/>
              <a:t>TITEL</a:t>
            </a:r>
          </a:p>
          <a:p>
            <a:pPr lvl="0"/>
            <a:endParaRPr lang="de-DE" dirty="0"/>
          </a:p>
          <a:p>
            <a:pPr lvl="0"/>
            <a:endParaRPr lang="de-DE" dirty="0"/>
          </a:p>
        </p:txBody>
      </p:sp>
      <p:sp>
        <p:nvSpPr>
          <p:cNvPr id="18" name="Textplatzhalter 7">
            <a:extLst>
              <a:ext uri="{FF2B5EF4-FFF2-40B4-BE49-F238E27FC236}">
                <a16:creationId xmlns:a16="http://schemas.microsoft.com/office/drawing/2014/main" id="{CC718F67-EF39-4301-1BC6-67D2A43B86E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051600" y="2619524"/>
            <a:ext cx="2491872" cy="449912"/>
          </a:xfrm>
          <a:prstGeom prst="rect">
            <a:avLst/>
          </a:prstGeom>
        </p:spPr>
        <p:txBody>
          <a:bodyPr/>
          <a:lstStyle>
            <a:lvl1pPr marL="152400" indent="0" algn="l">
              <a:buClr>
                <a:schemeClr val="bg1"/>
              </a:buClr>
              <a:buFont typeface="Arial" panose="020B0604020202020204" pitchFamily="34" charset="0"/>
              <a:buNone/>
              <a:defRPr sz="2400">
                <a:solidFill>
                  <a:schemeClr val="bg1"/>
                </a:solidFill>
                <a:latin typeface="Rajdhani" panose="02000000000000000000" pitchFamily="2" charset="0"/>
              </a:defRPr>
            </a:lvl1pPr>
            <a:lvl2pPr>
              <a:defRPr>
                <a:solidFill>
                  <a:schemeClr val="bg1"/>
                </a:solidFill>
                <a:latin typeface="+mj-lt"/>
              </a:defRPr>
            </a:lvl2pPr>
            <a:lvl3pPr>
              <a:defRPr>
                <a:solidFill>
                  <a:schemeClr val="bg1"/>
                </a:solidFill>
                <a:latin typeface="+mj-lt"/>
              </a:defRPr>
            </a:lvl3pPr>
            <a:lvl4pPr>
              <a:defRPr>
                <a:solidFill>
                  <a:schemeClr val="bg1"/>
                </a:solidFill>
                <a:latin typeface="+mj-lt"/>
              </a:defRPr>
            </a:lvl4pPr>
            <a:lvl5pPr>
              <a:defRPr>
                <a:solidFill>
                  <a:schemeClr val="bg1"/>
                </a:solidFill>
                <a:latin typeface="+mj-lt"/>
              </a:defRPr>
            </a:lvl5pPr>
          </a:lstStyle>
          <a:p>
            <a:pPr marL="15240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ts val="1200"/>
              <a:buFont typeface="Arial" panose="020B0604020202020204" pitchFamily="34" charset="0"/>
              <a:buNone/>
              <a:tabLst/>
              <a:defRPr/>
            </a:pPr>
            <a:r>
              <a:rPr lang="de-DE" dirty="0"/>
              <a:t>TITEL</a:t>
            </a:r>
          </a:p>
          <a:p>
            <a:pPr lvl="0"/>
            <a:endParaRPr lang="de-DE" dirty="0"/>
          </a:p>
          <a:p>
            <a:pPr lvl="0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18794268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text 5" preserve="1">
  <p:cSld name="1_Title + text 5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hteck 5">
            <a:extLst>
              <a:ext uri="{FF2B5EF4-FFF2-40B4-BE49-F238E27FC236}">
                <a16:creationId xmlns:a16="http://schemas.microsoft.com/office/drawing/2014/main" id="{1C22DF33-A1B2-116E-C4B9-0D3257832F61}"/>
              </a:ext>
            </a:extLst>
          </p:cNvPr>
          <p:cNvSpPr/>
          <p:nvPr/>
        </p:nvSpPr>
        <p:spPr>
          <a:xfrm>
            <a:off x="7318468" y="541750"/>
            <a:ext cx="1115701" cy="4059901"/>
          </a:xfrm>
          <a:prstGeom prst="rect">
            <a:avLst/>
          </a:prstGeom>
          <a:solidFill>
            <a:srgbClr val="435D74">
              <a:alpha val="80000"/>
            </a:srgbClr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de-DE" sz="1800" b="0" i="0" u="none" strike="noStrike" kern="1200" cap="none" spc="0" baseline="0" dirty="0">
              <a:solidFill>
                <a:srgbClr val="FFFFFF"/>
              </a:solidFill>
              <a:uFillTx/>
              <a:latin typeface="Rajdhani" panose="02000000000000000000" pitchFamily="2" charset="0"/>
              <a:cs typeface="Rajdhani" panose="02000000000000000000" pitchFamily="2" charset="0"/>
            </a:endParaRPr>
          </a:p>
        </p:txBody>
      </p:sp>
      <p:sp>
        <p:nvSpPr>
          <p:cNvPr id="8" name="Titel 3">
            <a:extLst>
              <a:ext uri="{FF2B5EF4-FFF2-40B4-BE49-F238E27FC236}">
                <a16:creationId xmlns:a16="http://schemas.microsoft.com/office/drawing/2014/main" id="{E54E0393-4B80-9BF8-C196-988B9F73D5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 rot="5400000">
            <a:off x="6342228" y="2136484"/>
            <a:ext cx="3185482" cy="427446"/>
          </a:xfrm>
          <a:prstGeom prst="rect">
            <a:avLst/>
          </a:prstGeom>
        </p:spPr>
        <p:txBody>
          <a:bodyPr/>
          <a:lstStyle>
            <a:lvl1pPr>
              <a:defRPr sz="2400" b="0">
                <a:solidFill>
                  <a:schemeClr val="bg1"/>
                </a:solidFill>
                <a:latin typeface="Rajdhani" panose="02000000000000000000" pitchFamily="2" charset="0"/>
              </a:defRPr>
            </a:lvl1pPr>
          </a:lstStyle>
          <a:p>
            <a:r>
              <a:rPr lang="de-DE" dirty="0"/>
              <a:t>TITEL</a:t>
            </a:r>
          </a:p>
        </p:txBody>
      </p:sp>
      <p:sp>
        <p:nvSpPr>
          <p:cNvPr id="2" name="Google Shape;604;p53">
            <a:extLst>
              <a:ext uri="{FF2B5EF4-FFF2-40B4-BE49-F238E27FC236}">
                <a16:creationId xmlns:a16="http://schemas.microsoft.com/office/drawing/2014/main" id="{2A79AED7-A507-7B9E-FC77-946161DD4632}"/>
              </a:ext>
            </a:extLst>
          </p:cNvPr>
          <p:cNvSpPr/>
          <p:nvPr/>
        </p:nvSpPr>
        <p:spPr>
          <a:xfrm>
            <a:off x="0" y="1559850"/>
            <a:ext cx="5197200" cy="3590400"/>
          </a:xfrm>
          <a:prstGeom prst="rect">
            <a:avLst/>
          </a:prstGeom>
          <a:solidFill>
            <a:srgbClr val="000000">
              <a:alpha val="50196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Rajdhani" panose="02000000000000000000" pitchFamily="2" charset="0"/>
              <a:cs typeface="Rajdhani" panose="02000000000000000000" pitchFamily="2" charset="0"/>
            </a:endParaRPr>
          </a:p>
        </p:txBody>
      </p:sp>
      <p:sp>
        <p:nvSpPr>
          <p:cNvPr id="3" name="Google Shape;607;p53">
            <a:extLst>
              <a:ext uri="{FF2B5EF4-FFF2-40B4-BE49-F238E27FC236}">
                <a16:creationId xmlns:a16="http://schemas.microsoft.com/office/drawing/2014/main" id="{F86C27EC-61C7-4F2E-B0B6-2203C7E11925}"/>
              </a:ext>
            </a:extLst>
          </p:cNvPr>
          <p:cNvSpPr/>
          <p:nvPr/>
        </p:nvSpPr>
        <p:spPr>
          <a:xfrm>
            <a:off x="4961825" y="3661475"/>
            <a:ext cx="487500" cy="1529100"/>
          </a:xfrm>
          <a:prstGeom prst="rect">
            <a:avLst/>
          </a:prstGeom>
          <a:solidFill>
            <a:schemeClr val="accent3">
              <a:lumMod val="40000"/>
              <a:lumOff val="60000"/>
              <a:alpha val="5843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Rajdhani" panose="02000000000000000000" pitchFamily="2" charset="0"/>
              <a:cs typeface="Rajdhani" panose="02000000000000000000" pitchFamily="2" charset="0"/>
            </a:endParaRPr>
          </a:p>
        </p:txBody>
      </p:sp>
      <p:sp>
        <p:nvSpPr>
          <p:cNvPr id="6" name="Textplatzhalter 7">
            <a:extLst>
              <a:ext uri="{FF2B5EF4-FFF2-40B4-BE49-F238E27FC236}">
                <a16:creationId xmlns:a16="http://schemas.microsoft.com/office/drawing/2014/main" id="{9E926695-F4E1-C17A-5230-9A25AA85E6F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09556" y="2140085"/>
            <a:ext cx="4554273" cy="2752351"/>
          </a:xfrm>
          <a:prstGeom prst="rect">
            <a:avLst/>
          </a:prstGeom>
        </p:spPr>
        <p:txBody>
          <a:bodyPr/>
          <a:lstStyle>
            <a:lvl1pPr marL="152400" indent="0" algn="l">
              <a:buClr>
                <a:schemeClr val="bg1"/>
              </a:buClr>
              <a:buFont typeface="Arial" panose="020B0604020202020204" pitchFamily="34" charset="0"/>
              <a:buNone/>
              <a:defRPr sz="1400">
                <a:solidFill>
                  <a:schemeClr val="bg1"/>
                </a:solidFill>
                <a:latin typeface="Rajdhani" panose="02000000000000000000" pitchFamily="2" charset="0"/>
              </a:defRPr>
            </a:lvl1pPr>
            <a:lvl2pPr>
              <a:defRPr>
                <a:solidFill>
                  <a:schemeClr val="bg1"/>
                </a:solidFill>
                <a:latin typeface="+mj-lt"/>
              </a:defRPr>
            </a:lvl2pPr>
            <a:lvl3pPr>
              <a:defRPr>
                <a:solidFill>
                  <a:schemeClr val="bg1"/>
                </a:solidFill>
                <a:latin typeface="+mj-lt"/>
              </a:defRPr>
            </a:lvl3pPr>
            <a:lvl4pPr>
              <a:defRPr>
                <a:solidFill>
                  <a:schemeClr val="bg1"/>
                </a:solidFill>
                <a:latin typeface="+mj-lt"/>
              </a:defRPr>
            </a:lvl4pPr>
            <a:lvl5pPr>
              <a:defRPr>
                <a:solidFill>
                  <a:schemeClr val="bg1"/>
                </a:solidFill>
                <a:latin typeface="+mj-lt"/>
              </a:defRPr>
            </a:lvl5pPr>
          </a:lstStyle>
          <a:p>
            <a:pPr marL="0" indent="0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1400" dirty="0">
                <a:solidFill>
                  <a:schemeClr val="lt1"/>
                </a:solidFill>
                <a:latin typeface="+mj-lt"/>
              </a:rPr>
              <a:t>Mercury is the closest planet to the Sun and the smallest one in the Solar System—it’s only a bit larger than our Moon. The planet’s name has nothing to do with the liquid metal, since it was named after the Roman messenger god, Mercury</a:t>
            </a:r>
          </a:p>
          <a:p>
            <a:pPr lvl="0"/>
            <a:endParaRPr lang="de-DE" dirty="0"/>
          </a:p>
          <a:p>
            <a:pPr lvl="0"/>
            <a:endParaRPr lang="de-DE" dirty="0"/>
          </a:p>
        </p:txBody>
      </p:sp>
      <p:sp>
        <p:nvSpPr>
          <p:cNvPr id="7" name="Textplatzhalter 7">
            <a:extLst>
              <a:ext uri="{FF2B5EF4-FFF2-40B4-BE49-F238E27FC236}">
                <a16:creationId xmlns:a16="http://schemas.microsoft.com/office/drawing/2014/main" id="{8E72E240-76EF-BA17-6D84-BDBED735E34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54051" y="1742054"/>
            <a:ext cx="2491872" cy="449912"/>
          </a:xfrm>
          <a:prstGeom prst="rect">
            <a:avLst/>
          </a:prstGeom>
        </p:spPr>
        <p:txBody>
          <a:bodyPr/>
          <a:lstStyle>
            <a:lvl1pPr marL="152400" indent="0" algn="l">
              <a:buClr>
                <a:schemeClr val="bg1"/>
              </a:buClr>
              <a:buFont typeface="Arial" panose="020B0604020202020204" pitchFamily="34" charset="0"/>
              <a:buNone/>
              <a:defRPr sz="2400">
                <a:solidFill>
                  <a:schemeClr val="bg1"/>
                </a:solidFill>
                <a:latin typeface="Rajdhani" panose="02000000000000000000" pitchFamily="2" charset="0"/>
              </a:defRPr>
            </a:lvl1pPr>
            <a:lvl2pPr>
              <a:defRPr>
                <a:solidFill>
                  <a:schemeClr val="bg1"/>
                </a:solidFill>
                <a:latin typeface="+mj-lt"/>
              </a:defRPr>
            </a:lvl2pPr>
            <a:lvl3pPr>
              <a:defRPr>
                <a:solidFill>
                  <a:schemeClr val="bg1"/>
                </a:solidFill>
                <a:latin typeface="+mj-lt"/>
              </a:defRPr>
            </a:lvl3pPr>
            <a:lvl4pPr>
              <a:defRPr>
                <a:solidFill>
                  <a:schemeClr val="bg1"/>
                </a:solidFill>
                <a:latin typeface="+mj-lt"/>
              </a:defRPr>
            </a:lvl4pPr>
            <a:lvl5pPr>
              <a:defRPr>
                <a:solidFill>
                  <a:schemeClr val="bg1"/>
                </a:solidFill>
                <a:latin typeface="+mj-lt"/>
              </a:defRPr>
            </a:lvl5pPr>
          </a:lstStyle>
          <a:p>
            <a:pPr marL="15240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ts val="1200"/>
              <a:buFont typeface="Arial" panose="020B0604020202020204" pitchFamily="34" charset="0"/>
              <a:buNone/>
              <a:tabLst/>
              <a:defRPr/>
            </a:pPr>
            <a:r>
              <a:rPr lang="de-DE" dirty="0"/>
              <a:t>TITEL</a:t>
            </a:r>
          </a:p>
          <a:p>
            <a:pPr lvl="0"/>
            <a:endParaRPr lang="de-DE" dirty="0"/>
          </a:p>
          <a:p>
            <a:pPr lvl="0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02994244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columns 1" preserve="1">
  <p:cSld name="Three columns 1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576;p51">
            <a:extLst>
              <a:ext uri="{FF2B5EF4-FFF2-40B4-BE49-F238E27FC236}">
                <a16:creationId xmlns:a16="http://schemas.microsoft.com/office/drawing/2014/main" id="{7B4D81AF-9F93-020B-DAC1-678633502D7F}"/>
              </a:ext>
            </a:extLst>
          </p:cNvPr>
          <p:cNvPicPr preferRelativeResize="0"/>
          <p:nvPr/>
        </p:nvPicPr>
        <p:blipFill rotWithShape="1">
          <a:blip r:embed="rId2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981435" y="0"/>
            <a:ext cx="516255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Rechteck 5">
            <a:extLst>
              <a:ext uri="{FF2B5EF4-FFF2-40B4-BE49-F238E27FC236}">
                <a16:creationId xmlns:a16="http://schemas.microsoft.com/office/drawing/2014/main" id="{3A470588-4A9D-83D0-D935-9C5B13FACDA0}"/>
              </a:ext>
            </a:extLst>
          </p:cNvPr>
          <p:cNvSpPr/>
          <p:nvPr/>
        </p:nvSpPr>
        <p:spPr>
          <a:xfrm>
            <a:off x="595025" y="1034748"/>
            <a:ext cx="5026500" cy="3358800"/>
          </a:xfrm>
          <a:prstGeom prst="rect">
            <a:avLst/>
          </a:prstGeom>
          <a:solidFill>
            <a:srgbClr val="435D74">
              <a:alpha val="80000"/>
            </a:srgbClr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de-DE" sz="1800" b="0" i="0" u="none" strike="noStrike" kern="1200" cap="none" spc="0" baseline="0" dirty="0">
              <a:solidFill>
                <a:srgbClr val="FFFFFF"/>
              </a:solidFill>
              <a:uFillTx/>
              <a:latin typeface="Rajdhani" panose="02000000000000000000" pitchFamily="2" charset="0"/>
              <a:cs typeface="Rajdhani" panose="02000000000000000000" pitchFamily="2" charset="0"/>
            </a:endParaRPr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6AA50176-3412-0EF7-5820-EF1F9311F9D0}"/>
              </a:ext>
            </a:extLst>
          </p:cNvPr>
          <p:cNvSpPr txBox="1">
            <a:spLocks/>
          </p:cNvSpPr>
          <p:nvPr/>
        </p:nvSpPr>
        <p:spPr>
          <a:xfrm>
            <a:off x="1236926" y="1482775"/>
            <a:ext cx="5726900" cy="9361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ivvic"/>
              <a:buNone/>
              <a:defRPr sz="2400" b="0" i="0" u="none" strike="noStrike" cap="none">
                <a:solidFill>
                  <a:schemeClr val="bg1"/>
                </a:solidFill>
                <a:latin typeface="+mj-lt"/>
                <a:ea typeface="Livvic"/>
                <a:cs typeface="Livvic"/>
                <a:sym typeface="Livv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ivvic"/>
              <a:buNone/>
              <a:defRPr sz="2800" b="1" i="0" u="none" strike="noStrike" cap="none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ivvic"/>
              <a:buNone/>
              <a:defRPr sz="2800" b="1" i="0" u="none" strike="noStrike" cap="none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ivvic"/>
              <a:buNone/>
              <a:defRPr sz="2800" b="1" i="0" u="none" strike="noStrike" cap="none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ivvic"/>
              <a:buNone/>
              <a:defRPr sz="2800" b="1" i="0" u="none" strike="noStrike" cap="none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ivvic"/>
              <a:buNone/>
              <a:defRPr sz="2800" b="1" i="0" u="none" strike="noStrike" cap="none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ivvic"/>
              <a:buNone/>
              <a:defRPr sz="2800" b="1" i="0" u="none" strike="noStrike" cap="none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ivvic"/>
              <a:buNone/>
              <a:defRPr sz="2800" b="1" i="0" u="none" strike="noStrike" cap="none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ivvic"/>
              <a:buNone/>
              <a:defRPr sz="2800" b="1" i="0" u="none" strike="noStrike" cap="none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defRPr>
            </a:lvl9pPr>
          </a:lstStyle>
          <a:p>
            <a:r>
              <a:rPr lang="de-DE" dirty="0">
                <a:latin typeface="Rajdhani" panose="02000000000000000000" pitchFamily="2" charset="0"/>
                <a:cs typeface="Rajdhani" panose="02000000000000000000" pitchFamily="2" charset="0"/>
              </a:rPr>
              <a:t>THANKS</a:t>
            </a:r>
          </a:p>
        </p:txBody>
      </p:sp>
      <p:sp>
        <p:nvSpPr>
          <p:cNvPr id="5" name="Textplatzhalter 7">
            <a:extLst>
              <a:ext uri="{FF2B5EF4-FFF2-40B4-BE49-F238E27FC236}">
                <a16:creationId xmlns:a16="http://schemas.microsoft.com/office/drawing/2014/main" id="{6D46905C-BE51-338F-CCC0-828DA17E8E1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36925" y="1822315"/>
            <a:ext cx="4554273" cy="2752351"/>
          </a:xfrm>
          <a:prstGeom prst="rect">
            <a:avLst/>
          </a:prstGeom>
        </p:spPr>
        <p:txBody>
          <a:bodyPr/>
          <a:lstStyle>
            <a:lvl1pPr marL="152400" indent="0" algn="l">
              <a:buClr>
                <a:schemeClr val="bg1"/>
              </a:buClr>
              <a:buFont typeface="Arial" panose="020B0604020202020204" pitchFamily="34" charset="0"/>
              <a:buNone/>
              <a:defRPr sz="1400">
                <a:solidFill>
                  <a:schemeClr val="bg1"/>
                </a:solidFill>
                <a:latin typeface="Rajdhani" panose="02000000000000000000" pitchFamily="2" charset="0"/>
              </a:defRPr>
            </a:lvl1pPr>
            <a:lvl2pPr>
              <a:defRPr>
                <a:solidFill>
                  <a:schemeClr val="bg1"/>
                </a:solidFill>
                <a:latin typeface="+mj-lt"/>
              </a:defRPr>
            </a:lvl2pPr>
            <a:lvl3pPr>
              <a:defRPr>
                <a:solidFill>
                  <a:schemeClr val="bg1"/>
                </a:solidFill>
                <a:latin typeface="+mj-lt"/>
              </a:defRPr>
            </a:lvl3pPr>
            <a:lvl4pPr>
              <a:defRPr>
                <a:solidFill>
                  <a:schemeClr val="bg1"/>
                </a:solidFill>
                <a:latin typeface="+mj-lt"/>
              </a:defRPr>
            </a:lvl4pPr>
            <a:lvl5pPr>
              <a:defRPr>
                <a:solidFill>
                  <a:schemeClr val="bg1"/>
                </a:solidFill>
                <a:latin typeface="+mj-lt"/>
              </a:defRPr>
            </a:lvl5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>
                <a:solidFill>
                  <a:schemeClr val="lt1"/>
                </a:solidFill>
                <a:latin typeface="+mj-lt"/>
              </a:rPr>
              <a:t>Does anyone have any questions?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>
                <a:solidFill>
                  <a:schemeClr val="lt1"/>
                </a:solidFill>
                <a:latin typeface="+mj-lt"/>
              </a:rPr>
              <a:t>Ask Mona ;)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>
                <a:solidFill>
                  <a:schemeClr val="lt1"/>
                </a:solidFill>
                <a:latin typeface="+mj-lt"/>
              </a:rPr>
              <a:t>Follow the project updates!!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en-US" dirty="0">
              <a:solidFill>
                <a:schemeClr val="lt1"/>
              </a:solidFill>
              <a:latin typeface="+mj-l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>
                <a:solidFill>
                  <a:schemeClr val="lt1"/>
                </a:solidFill>
                <a:latin typeface="+mj-lt"/>
              </a:rPr>
              <a:t>Mona.fels@reinmedical.com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>
                <a:solidFill>
                  <a:schemeClr val="lt1"/>
                </a:solidFill>
                <a:latin typeface="+mj-lt"/>
              </a:rPr>
              <a:t>+02161 69 84 135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>
                <a:solidFill>
                  <a:schemeClr val="lt1"/>
                </a:solidFill>
                <a:latin typeface="+mj-lt"/>
              </a:rPr>
              <a:t>reinmedical.com</a:t>
            </a:r>
          </a:p>
          <a:p>
            <a:pPr lvl="0"/>
            <a:endParaRPr lang="de-DE" dirty="0"/>
          </a:p>
          <a:p>
            <a:pPr lvl="0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4489605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our columns 1" preserve="1">
  <p:cSld name="Four columns 1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platzhalter 1">
            <a:extLst>
              <a:ext uri="{FF2B5EF4-FFF2-40B4-BE49-F238E27FC236}">
                <a16:creationId xmlns:a16="http://schemas.microsoft.com/office/drawing/2014/main" id="{4E21E274-3587-E4FB-A148-8C4CDB65B3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b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8" name="Textplatzhalter 2">
            <a:extLst>
              <a:ext uri="{FF2B5EF4-FFF2-40B4-BE49-F238E27FC236}">
                <a16:creationId xmlns:a16="http://schemas.microsoft.com/office/drawing/2014/main" id="{E0975769-CF2D-A7B6-EAE2-26DD97B845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457200" indent="-304800">
              <a:buClr>
                <a:schemeClr val="bg1"/>
              </a:buClr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  <a:latin typeface="Rajdhani" panose="02000000000000000000" pitchFamily="2" charset="0"/>
                <a:cs typeface="Rajdhani" panose="02000000000000000000" pitchFamily="2" charset="0"/>
              </a:defRPr>
            </a:lvl1pPr>
            <a:lvl2pPr marL="914400" indent="-304800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  <a:latin typeface="Rajdhani" panose="02000000000000000000" pitchFamily="2" charset="0"/>
                <a:cs typeface="Rajdhani" panose="02000000000000000000" pitchFamily="2" charset="0"/>
              </a:defRPr>
            </a:lvl2pPr>
            <a:lvl3pPr marL="1371600" indent="-304800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  <a:latin typeface="Rajdhani" panose="02000000000000000000" pitchFamily="2" charset="0"/>
                <a:cs typeface="Rajdhani" panose="02000000000000000000" pitchFamily="2" charset="0"/>
              </a:defRPr>
            </a:lvl3pPr>
            <a:lvl4pPr marL="1828800" indent="-304800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  <a:latin typeface="Rajdhani" panose="02000000000000000000" pitchFamily="2" charset="0"/>
                <a:cs typeface="Rajdhani" panose="02000000000000000000" pitchFamily="2" charset="0"/>
              </a:defRPr>
            </a:lvl4pPr>
            <a:lvl5pPr marL="2286000" indent="-304800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  <a:latin typeface="Rajdhani" panose="02000000000000000000" pitchFamily="2" charset="0"/>
                <a:cs typeface="Rajdhani" panose="02000000000000000000" pitchFamily="2" charset="0"/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78693993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platzhalter 2">
            <a:extLst>
              <a:ext uri="{FF2B5EF4-FFF2-40B4-BE49-F238E27FC236}">
                <a16:creationId xmlns:a16="http://schemas.microsoft.com/office/drawing/2014/main" id="{4B67E5E4-BA7D-44A4-9B98-E89DCC34AD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3123" y="2298453"/>
            <a:ext cx="4168877" cy="157768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457200" indent="-304800">
              <a:buClr>
                <a:schemeClr val="bg1"/>
              </a:buClr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  <a:latin typeface="Rajdhani" panose="02000000000000000000" pitchFamily="2" charset="0"/>
                <a:cs typeface="Rajdhani" panose="02000000000000000000" pitchFamily="2" charset="0"/>
              </a:defRPr>
            </a:lvl1pPr>
            <a:lvl2pPr marL="914400" indent="-304800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  <a:latin typeface="Rajdhani" panose="02000000000000000000" pitchFamily="2" charset="0"/>
                <a:cs typeface="Rajdhani" panose="02000000000000000000" pitchFamily="2" charset="0"/>
              </a:defRPr>
            </a:lvl2pPr>
            <a:lvl3pPr marL="1371600" indent="-304800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  <a:latin typeface="Rajdhani" panose="02000000000000000000" pitchFamily="2" charset="0"/>
                <a:cs typeface="Rajdhani" panose="02000000000000000000" pitchFamily="2" charset="0"/>
              </a:defRPr>
            </a:lvl3pPr>
            <a:lvl4pPr marL="1828800" indent="-304800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  <a:latin typeface="Rajdhani" panose="02000000000000000000" pitchFamily="2" charset="0"/>
                <a:cs typeface="Rajdhani" panose="02000000000000000000" pitchFamily="2" charset="0"/>
              </a:defRPr>
            </a:lvl4pPr>
            <a:lvl5pPr marL="2286000" indent="-304800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  <a:latin typeface="Rajdhani" panose="02000000000000000000" pitchFamily="2" charset="0"/>
                <a:cs typeface="Rajdhani" panose="02000000000000000000" pitchFamily="2" charset="0"/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7" name="Titelplatzhalter 1">
            <a:extLst>
              <a:ext uri="{FF2B5EF4-FFF2-40B4-BE49-F238E27FC236}">
                <a16:creationId xmlns:a16="http://schemas.microsoft.com/office/drawing/2014/main" id="{F55DA506-8C3E-3E2D-2FCB-FBFB548BF3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8400" y="1634477"/>
            <a:ext cx="3263627" cy="66397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b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6" name="Bildplatzhalter 15">
            <a:extLst>
              <a:ext uri="{FF2B5EF4-FFF2-40B4-BE49-F238E27FC236}">
                <a16:creationId xmlns:a16="http://schemas.microsoft.com/office/drawing/2014/main" id="{FFAA0284-12FB-34AF-FFE2-B0CCB21F090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421993" y="0"/>
            <a:ext cx="3722007" cy="5260975"/>
          </a:xfrm>
        </p:spPr>
        <p:txBody>
          <a:bodyPr/>
          <a:lstStyle/>
          <a:p>
            <a:r>
              <a:rPr lang="de-DE"/>
              <a:t>Bild durch Klicken auf Symbol hinzufügen</a:t>
            </a:r>
          </a:p>
        </p:txBody>
      </p:sp>
      <p:sp>
        <p:nvSpPr>
          <p:cNvPr id="10" name="Rechteck 5">
            <a:extLst>
              <a:ext uri="{FF2B5EF4-FFF2-40B4-BE49-F238E27FC236}">
                <a16:creationId xmlns:a16="http://schemas.microsoft.com/office/drawing/2014/main" id="{3BD5DED6-B758-4268-5BB3-F38BCBC114A0}"/>
              </a:ext>
            </a:extLst>
          </p:cNvPr>
          <p:cNvSpPr/>
          <p:nvPr/>
        </p:nvSpPr>
        <p:spPr>
          <a:xfrm>
            <a:off x="-5788209" y="1353143"/>
            <a:ext cx="6341293" cy="2523001"/>
          </a:xfrm>
          <a:prstGeom prst="rect">
            <a:avLst/>
          </a:prstGeom>
          <a:solidFill>
            <a:srgbClr val="000000">
              <a:alpha val="50000"/>
            </a:srgbClr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de-DE" sz="1800" b="0" i="0" u="none" strike="noStrike" kern="1200" cap="none" spc="0" baseline="0" dirty="0">
              <a:solidFill>
                <a:srgbClr val="FFFFFF"/>
              </a:solidFill>
              <a:uFillTx/>
              <a:latin typeface="Calibri"/>
              <a:cs typeface="Rajdhani" panose="02000000000000000000" pitchFamily="2" charset="0"/>
            </a:endParaRPr>
          </a:p>
        </p:txBody>
      </p:sp>
      <p:sp>
        <p:nvSpPr>
          <p:cNvPr id="11" name="Rechteck 5">
            <a:extLst>
              <a:ext uri="{FF2B5EF4-FFF2-40B4-BE49-F238E27FC236}">
                <a16:creationId xmlns:a16="http://schemas.microsoft.com/office/drawing/2014/main" id="{FF904EF6-B8C9-CCF6-511A-E122DC7291A5}"/>
              </a:ext>
            </a:extLst>
          </p:cNvPr>
          <p:cNvSpPr/>
          <p:nvPr/>
        </p:nvSpPr>
        <p:spPr>
          <a:xfrm>
            <a:off x="4862286" y="1353143"/>
            <a:ext cx="3049963" cy="2523000"/>
          </a:xfrm>
          <a:prstGeom prst="rect">
            <a:avLst/>
          </a:prstGeom>
          <a:solidFill>
            <a:srgbClr val="000000">
              <a:alpha val="50000"/>
            </a:srgbClr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de-DE" sz="1800" b="0" i="0" u="none" strike="noStrike" kern="1200" cap="none" spc="0" baseline="0" dirty="0">
              <a:solidFill>
                <a:srgbClr val="FFFFFF"/>
              </a:solidFill>
              <a:uFillTx/>
              <a:latin typeface="Calibri"/>
              <a:cs typeface="Rajdhani" panose="02000000000000000000" pitchFamily="2" charset="0"/>
            </a:endParaRPr>
          </a:p>
        </p:txBody>
      </p:sp>
      <p:pic>
        <p:nvPicPr>
          <p:cNvPr id="13" name="Grafik 12">
            <a:extLst>
              <a:ext uri="{FF2B5EF4-FFF2-40B4-BE49-F238E27FC236}">
                <a16:creationId xmlns:a16="http://schemas.microsoft.com/office/drawing/2014/main" id="{25C65033-875F-1218-B154-8065146061CE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947376" y="2267884"/>
            <a:ext cx="2821514" cy="668469"/>
          </a:xfrm>
          <a:prstGeom prst="rect">
            <a:avLst/>
          </a:prstGeom>
        </p:spPr>
      </p:pic>
      <p:pic>
        <p:nvPicPr>
          <p:cNvPr id="14" name="Grafik 13">
            <a:extLst>
              <a:ext uri="{FF2B5EF4-FFF2-40B4-BE49-F238E27FC236}">
                <a16:creationId xmlns:a16="http://schemas.microsoft.com/office/drawing/2014/main" id="{CA843F67-6CA8-49ED-7836-11875B05CA71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2790" y="1060971"/>
            <a:ext cx="653299" cy="6639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507022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>
            <a:extLst>
              <a:ext uri="{FF2B5EF4-FFF2-40B4-BE49-F238E27FC236}">
                <a16:creationId xmlns:a16="http://schemas.microsoft.com/office/drawing/2014/main" id="{5F6FD1D9-9D5B-8641-A157-EECA89FA3C21}"/>
              </a:ext>
            </a:extLst>
          </p:cNvPr>
          <p:cNvSpPr/>
          <p:nvPr userDrawn="1"/>
        </p:nvSpPr>
        <p:spPr>
          <a:xfrm>
            <a:off x="-1843396" y="171599"/>
            <a:ext cx="5026500" cy="5454501"/>
          </a:xfrm>
          <a:prstGeom prst="rect">
            <a:avLst/>
          </a:prstGeom>
          <a:solidFill>
            <a:srgbClr val="000000">
              <a:alpha val="50000"/>
            </a:srgbClr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de-DE" sz="1800" b="0" i="0" u="none" strike="noStrike" kern="1200" cap="none" spc="0" baseline="0" dirty="0">
              <a:solidFill>
                <a:srgbClr val="FFFFFF"/>
              </a:solidFill>
              <a:uFillTx/>
              <a:latin typeface="Calibri"/>
              <a:cs typeface="Rajdhani" panose="02000000000000000000" pitchFamily="2" charset="0"/>
            </a:endParaRPr>
          </a:p>
        </p:txBody>
      </p:sp>
      <p:sp>
        <p:nvSpPr>
          <p:cNvPr id="15" name="Titel 3">
            <a:extLst>
              <a:ext uri="{FF2B5EF4-FFF2-40B4-BE49-F238E27FC236}">
                <a16:creationId xmlns:a16="http://schemas.microsoft.com/office/drawing/2014/main" id="{2E4987B7-CC5F-2AE0-C738-E669026797A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 rot="16200000">
            <a:off x="-388032" y="2143068"/>
            <a:ext cx="3185482" cy="427446"/>
          </a:xfrm>
        </p:spPr>
        <p:txBody>
          <a:bodyPr/>
          <a:lstStyle>
            <a:lvl1pPr algn="r">
              <a:defRPr sz="2400" b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de-DE" dirty="0"/>
              <a:t>TITEL</a:t>
            </a:r>
          </a:p>
        </p:txBody>
      </p:sp>
      <p:sp>
        <p:nvSpPr>
          <p:cNvPr id="17" name="Textplatzhalter 16">
            <a:extLst>
              <a:ext uri="{FF2B5EF4-FFF2-40B4-BE49-F238E27FC236}">
                <a16:creationId xmlns:a16="http://schemas.microsoft.com/office/drawing/2014/main" id="{77AA2452-95AF-3925-BB82-3C5E9A51120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867514" y="409985"/>
            <a:ext cx="895350" cy="671513"/>
          </a:xfrm>
        </p:spPr>
        <p:txBody>
          <a:bodyPr/>
          <a:lstStyle>
            <a:lvl1pPr marL="152400" indent="0">
              <a:buNone/>
              <a:defRPr sz="2800" b="1">
                <a:solidFill>
                  <a:schemeClr val="bg1"/>
                </a:solidFill>
                <a:latin typeface="+mj-lt"/>
              </a:defRPr>
            </a:lvl1pPr>
            <a:lvl5pPr>
              <a:defRPr/>
            </a:lvl5pPr>
          </a:lstStyle>
          <a:p>
            <a:pPr lvl="0"/>
            <a:r>
              <a:rPr lang="de-DE" dirty="0"/>
              <a:t>01</a:t>
            </a:r>
          </a:p>
        </p:txBody>
      </p:sp>
      <p:sp>
        <p:nvSpPr>
          <p:cNvPr id="19" name="Textplatzhalter 18">
            <a:extLst>
              <a:ext uri="{FF2B5EF4-FFF2-40B4-BE49-F238E27FC236}">
                <a16:creationId xmlns:a16="http://schemas.microsoft.com/office/drawing/2014/main" id="{599CE4D3-32E6-C691-ABEF-56BC921F828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86793" y="506128"/>
            <a:ext cx="1858860" cy="575370"/>
          </a:xfrm>
        </p:spPr>
        <p:txBody>
          <a:bodyPr/>
          <a:lstStyle>
            <a:lvl1pPr marL="152400" indent="0">
              <a:buNone/>
              <a:defRPr sz="20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de-DE" dirty="0"/>
              <a:t>OUR COMPANY</a:t>
            </a:r>
          </a:p>
        </p:txBody>
      </p:sp>
      <p:sp>
        <p:nvSpPr>
          <p:cNvPr id="14" name="Textplatzhalter 16">
            <a:extLst>
              <a:ext uri="{FF2B5EF4-FFF2-40B4-BE49-F238E27FC236}">
                <a16:creationId xmlns:a16="http://schemas.microsoft.com/office/drawing/2014/main" id="{5DFE236E-E1C0-B865-BA41-8645E3283BE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867514" y="1318425"/>
            <a:ext cx="895350" cy="671513"/>
          </a:xfrm>
        </p:spPr>
        <p:txBody>
          <a:bodyPr/>
          <a:lstStyle>
            <a:lvl1pPr marL="152400" indent="0">
              <a:buNone/>
              <a:defRPr sz="2800" b="1">
                <a:solidFill>
                  <a:schemeClr val="bg1"/>
                </a:solidFill>
                <a:latin typeface="+mj-lt"/>
              </a:defRPr>
            </a:lvl1pPr>
            <a:lvl5pPr>
              <a:defRPr/>
            </a:lvl5pPr>
          </a:lstStyle>
          <a:p>
            <a:pPr lvl="0"/>
            <a:r>
              <a:rPr lang="de-DE" dirty="0"/>
              <a:t>01</a:t>
            </a:r>
          </a:p>
        </p:txBody>
      </p:sp>
      <p:sp>
        <p:nvSpPr>
          <p:cNvPr id="16" name="Textplatzhalter 18">
            <a:extLst>
              <a:ext uri="{FF2B5EF4-FFF2-40B4-BE49-F238E27FC236}">
                <a16:creationId xmlns:a16="http://schemas.microsoft.com/office/drawing/2014/main" id="{3E8DE7EA-06A4-25BB-5C55-D036BF75B5D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486793" y="1414568"/>
            <a:ext cx="1858860" cy="575370"/>
          </a:xfrm>
        </p:spPr>
        <p:txBody>
          <a:bodyPr/>
          <a:lstStyle>
            <a:lvl1pPr marL="152400" indent="0">
              <a:buNone/>
              <a:defRPr sz="20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de-DE" dirty="0"/>
              <a:t>OUR COMPANY</a:t>
            </a:r>
          </a:p>
        </p:txBody>
      </p:sp>
      <p:sp>
        <p:nvSpPr>
          <p:cNvPr id="18" name="Textplatzhalter 16">
            <a:extLst>
              <a:ext uri="{FF2B5EF4-FFF2-40B4-BE49-F238E27FC236}">
                <a16:creationId xmlns:a16="http://schemas.microsoft.com/office/drawing/2014/main" id="{76B7233F-CD4F-D6B6-9AC1-3D513EB5D1B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57681" y="2237452"/>
            <a:ext cx="895350" cy="671513"/>
          </a:xfrm>
        </p:spPr>
        <p:txBody>
          <a:bodyPr/>
          <a:lstStyle>
            <a:lvl1pPr marL="152400" indent="0">
              <a:buNone/>
              <a:defRPr sz="2800" b="1">
                <a:solidFill>
                  <a:schemeClr val="bg1"/>
                </a:solidFill>
                <a:latin typeface="+mj-lt"/>
              </a:defRPr>
            </a:lvl1pPr>
            <a:lvl5pPr>
              <a:defRPr/>
            </a:lvl5pPr>
          </a:lstStyle>
          <a:p>
            <a:pPr lvl="0"/>
            <a:r>
              <a:rPr lang="de-DE" dirty="0"/>
              <a:t>01</a:t>
            </a:r>
          </a:p>
        </p:txBody>
      </p:sp>
      <p:sp>
        <p:nvSpPr>
          <p:cNvPr id="20" name="Textplatzhalter 18">
            <a:extLst>
              <a:ext uri="{FF2B5EF4-FFF2-40B4-BE49-F238E27FC236}">
                <a16:creationId xmlns:a16="http://schemas.microsoft.com/office/drawing/2014/main" id="{1A3D7DFA-A662-7E40-6850-B3337CC1375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476960" y="2333595"/>
            <a:ext cx="1858860" cy="575370"/>
          </a:xfrm>
        </p:spPr>
        <p:txBody>
          <a:bodyPr/>
          <a:lstStyle>
            <a:lvl1pPr marL="152400" indent="0">
              <a:buNone/>
              <a:defRPr sz="20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de-DE" dirty="0"/>
              <a:t>OUR COMPANY</a:t>
            </a:r>
          </a:p>
        </p:txBody>
      </p:sp>
      <p:sp>
        <p:nvSpPr>
          <p:cNvPr id="25" name="Textplatzhalter 16">
            <a:extLst>
              <a:ext uri="{FF2B5EF4-FFF2-40B4-BE49-F238E27FC236}">
                <a16:creationId xmlns:a16="http://schemas.microsoft.com/office/drawing/2014/main" id="{54716360-2F0E-1881-C7E7-CBDB299CBC0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857681" y="3156479"/>
            <a:ext cx="895350" cy="671513"/>
          </a:xfrm>
        </p:spPr>
        <p:txBody>
          <a:bodyPr/>
          <a:lstStyle>
            <a:lvl1pPr marL="152400" indent="0">
              <a:buNone/>
              <a:defRPr sz="2800" b="1">
                <a:solidFill>
                  <a:schemeClr val="bg1"/>
                </a:solidFill>
                <a:latin typeface="+mj-lt"/>
              </a:defRPr>
            </a:lvl1pPr>
            <a:lvl5pPr>
              <a:defRPr/>
            </a:lvl5pPr>
          </a:lstStyle>
          <a:p>
            <a:pPr lvl="0"/>
            <a:r>
              <a:rPr lang="de-DE" dirty="0"/>
              <a:t>01</a:t>
            </a:r>
          </a:p>
        </p:txBody>
      </p:sp>
      <p:sp>
        <p:nvSpPr>
          <p:cNvPr id="26" name="Textplatzhalter 18">
            <a:extLst>
              <a:ext uri="{FF2B5EF4-FFF2-40B4-BE49-F238E27FC236}">
                <a16:creationId xmlns:a16="http://schemas.microsoft.com/office/drawing/2014/main" id="{17413391-1B20-6BD1-71CF-A07C114B22D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476960" y="3252622"/>
            <a:ext cx="1858860" cy="575370"/>
          </a:xfrm>
        </p:spPr>
        <p:txBody>
          <a:bodyPr/>
          <a:lstStyle>
            <a:lvl1pPr marL="152400" indent="0">
              <a:buNone/>
              <a:defRPr sz="20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de-DE" dirty="0"/>
              <a:t>OUR COMPANY</a:t>
            </a:r>
          </a:p>
        </p:txBody>
      </p:sp>
      <p:sp>
        <p:nvSpPr>
          <p:cNvPr id="27" name="Textplatzhalter 16">
            <a:extLst>
              <a:ext uri="{FF2B5EF4-FFF2-40B4-BE49-F238E27FC236}">
                <a16:creationId xmlns:a16="http://schemas.microsoft.com/office/drawing/2014/main" id="{5F12F9DD-EEAD-9A91-ADA5-7C9A7945E1C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857681" y="4064919"/>
            <a:ext cx="895350" cy="671513"/>
          </a:xfrm>
        </p:spPr>
        <p:txBody>
          <a:bodyPr/>
          <a:lstStyle>
            <a:lvl1pPr marL="152400" indent="0">
              <a:buNone/>
              <a:defRPr sz="2800" b="1">
                <a:solidFill>
                  <a:schemeClr val="bg1"/>
                </a:solidFill>
                <a:latin typeface="+mj-lt"/>
              </a:defRPr>
            </a:lvl1pPr>
            <a:lvl5pPr>
              <a:defRPr/>
            </a:lvl5pPr>
          </a:lstStyle>
          <a:p>
            <a:pPr lvl="0"/>
            <a:r>
              <a:rPr lang="de-DE" dirty="0"/>
              <a:t>01</a:t>
            </a:r>
          </a:p>
        </p:txBody>
      </p:sp>
      <p:sp>
        <p:nvSpPr>
          <p:cNvPr id="28" name="Textplatzhalter 18">
            <a:extLst>
              <a:ext uri="{FF2B5EF4-FFF2-40B4-BE49-F238E27FC236}">
                <a16:creationId xmlns:a16="http://schemas.microsoft.com/office/drawing/2014/main" id="{E9D55BAC-2054-D68B-05B5-ADE9738B1B3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476960" y="4161062"/>
            <a:ext cx="1858860" cy="575370"/>
          </a:xfrm>
        </p:spPr>
        <p:txBody>
          <a:bodyPr/>
          <a:lstStyle>
            <a:lvl1pPr marL="152400" indent="0">
              <a:buNone/>
              <a:defRPr sz="20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de-DE" dirty="0"/>
              <a:t>OUR COMPANY</a:t>
            </a:r>
          </a:p>
        </p:txBody>
      </p:sp>
    </p:spTree>
    <p:extLst>
      <p:ext uri="{BB962C8B-B14F-4D97-AF65-F5344CB8AC3E}">
        <p14:creationId xmlns:p14="http://schemas.microsoft.com/office/powerpoint/2010/main" val="380980799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text 5" preserve="1">
  <p:cSld name="Title + text 5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hteck 5">
            <a:extLst>
              <a:ext uri="{FF2B5EF4-FFF2-40B4-BE49-F238E27FC236}">
                <a16:creationId xmlns:a16="http://schemas.microsoft.com/office/drawing/2014/main" id="{1C22DF33-A1B2-116E-C4B9-0D3257832F61}"/>
              </a:ext>
            </a:extLst>
          </p:cNvPr>
          <p:cNvSpPr/>
          <p:nvPr/>
        </p:nvSpPr>
        <p:spPr>
          <a:xfrm>
            <a:off x="7318468" y="541750"/>
            <a:ext cx="1115701" cy="4059901"/>
          </a:xfrm>
          <a:prstGeom prst="rect">
            <a:avLst/>
          </a:prstGeom>
          <a:solidFill>
            <a:srgbClr val="000000">
              <a:alpha val="50000"/>
            </a:srgbClr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de-DE" sz="1800" b="0" i="0" u="none" strike="noStrike" kern="1200" cap="none" spc="0" baseline="0" dirty="0">
              <a:solidFill>
                <a:srgbClr val="FFFFFF"/>
              </a:solidFill>
              <a:uFillTx/>
              <a:latin typeface="Calibri"/>
              <a:cs typeface="Rajdhani" panose="02000000000000000000" pitchFamily="2" charset="0"/>
            </a:endParaRPr>
          </a:p>
        </p:txBody>
      </p:sp>
      <p:sp>
        <p:nvSpPr>
          <p:cNvPr id="8" name="Titel 3">
            <a:extLst>
              <a:ext uri="{FF2B5EF4-FFF2-40B4-BE49-F238E27FC236}">
                <a16:creationId xmlns:a16="http://schemas.microsoft.com/office/drawing/2014/main" id="{E54E0393-4B80-9BF8-C196-988B9F73D5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 rot="5400000">
            <a:off x="6342228" y="2136484"/>
            <a:ext cx="3185482" cy="427446"/>
          </a:xfrm>
        </p:spPr>
        <p:txBody>
          <a:bodyPr/>
          <a:lstStyle>
            <a:lvl1pPr>
              <a:defRPr sz="2400" b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de-DE" dirty="0"/>
              <a:t>TITEL</a:t>
            </a:r>
          </a:p>
        </p:txBody>
      </p:sp>
    </p:spTree>
    <p:extLst>
      <p:ext uri="{BB962C8B-B14F-4D97-AF65-F5344CB8AC3E}">
        <p14:creationId xmlns:p14="http://schemas.microsoft.com/office/powerpoint/2010/main" val="186464650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text 5" preserve="1">
  <p:cSld name="1_Title + text 5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Bildplatzhalter 11">
            <a:extLst>
              <a:ext uri="{FF2B5EF4-FFF2-40B4-BE49-F238E27FC236}">
                <a16:creationId xmlns:a16="http://schemas.microsoft.com/office/drawing/2014/main" id="{294418FB-2DFE-6DBE-2C99-08467273295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947863" y="541338"/>
            <a:ext cx="7345362" cy="4060826"/>
          </a:xfrm>
        </p:spPr>
        <p:txBody>
          <a:bodyPr/>
          <a:lstStyle/>
          <a:p>
            <a:r>
              <a:rPr lang="de-DE"/>
              <a:t>Bild durch Klicken auf Symbol hinzufügen</a:t>
            </a:r>
          </a:p>
        </p:txBody>
      </p:sp>
      <p:sp>
        <p:nvSpPr>
          <p:cNvPr id="3" name="Rechteck 5">
            <a:extLst>
              <a:ext uri="{FF2B5EF4-FFF2-40B4-BE49-F238E27FC236}">
                <a16:creationId xmlns:a16="http://schemas.microsoft.com/office/drawing/2014/main" id="{6D7B9496-BAF3-4117-D1B1-7CCCE54AF7F3}"/>
              </a:ext>
            </a:extLst>
          </p:cNvPr>
          <p:cNvSpPr/>
          <p:nvPr/>
        </p:nvSpPr>
        <p:spPr>
          <a:xfrm>
            <a:off x="682821" y="541750"/>
            <a:ext cx="1115701" cy="4059901"/>
          </a:xfrm>
          <a:prstGeom prst="rect">
            <a:avLst/>
          </a:prstGeom>
          <a:solidFill>
            <a:srgbClr val="000000">
              <a:alpha val="50000"/>
            </a:srgbClr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de-DE" sz="1800" b="0" i="0" u="none" strike="noStrike" kern="1200" cap="none" spc="0" baseline="0" dirty="0">
              <a:solidFill>
                <a:srgbClr val="FFFFFF"/>
              </a:solidFill>
              <a:uFillTx/>
              <a:latin typeface="Calibri"/>
              <a:cs typeface="Rajdhani" panose="02000000000000000000" pitchFamily="2" charset="0"/>
            </a:endParaRP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4909D1DA-740C-5654-718B-1E134D459FB7}"/>
              </a:ext>
            </a:extLst>
          </p:cNvPr>
          <p:cNvSpPr/>
          <p:nvPr/>
        </p:nvSpPr>
        <p:spPr>
          <a:xfrm rot="16200000">
            <a:off x="3168752" y="1940800"/>
            <a:ext cx="1440301" cy="3881401"/>
          </a:xfrm>
          <a:prstGeom prst="rect">
            <a:avLst/>
          </a:prstGeom>
          <a:solidFill>
            <a:srgbClr val="000000">
              <a:alpha val="50000"/>
            </a:srgbClr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de-DE" sz="1800" b="0" i="0" u="none" strike="noStrike" kern="1200" cap="none" spc="0" baseline="0" dirty="0">
              <a:solidFill>
                <a:srgbClr val="FFFFFF"/>
              </a:solidFill>
              <a:uFillTx/>
              <a:latin typeface="Calibri"/>
              <a:cs typeface="Rajdhani" panose="02000000000000000000" pitchFamily="2" charset="0"/>
            </a:endParaRP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00859461-7573-7D25-8E3D-001559A6F32A}"/>
              </a:ext>
            </a:extLst>
          </p:cNvPr>
          <p:cNvSpPr txBox="1"/>
          <p:nvPr/>
        </p:nvSpPr>
        <p:spPr>
          <a:xfrm>
            <a:off x="2068642" y="3267856"/>
            <a:ext cx="376095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b="0" i="0" dirty="0">
              <a:solidFill>
                <a:schemeClr val="bg1"/>
              </a:solidFill>
              <a:effectLst/>
              <a:latin typeface="+mj-lt"/>
              <a:cs typeface="Rajdhani" panose="02000000000000000000" pitchFamily="2" charset="0"/>
            </a:endParaRPr>
          </a:p>
          <a:p>
            <a:endParaRPr lang="de-DE" dirty="0">
              <a:solidFill>
                <a:schemeClr val="bg1"/>
              </a:solidFill>
              <a:latin typeface="+mj-lt"/>
              <a:cs typeface="Rajdhani" panose="02000000000000000000" pitchFamily="2" charset="0"/>
            </a:endParaRPr>
          </a:p>
        </p:txBody>
      </p:sp>
      <p:sp>
        <p:nvSpPr>
          <p:cNvPr id="8" name="Titel 3">
            <a:extLst>
              <a:ext uri="{FF2B5EF4-FFF2-40B4-BE49-F238E27FC236}">
                <a16:creationId xmlns:a16="http://schemas.microsoft.com/office/drawing/2014/main" id="{E54E0393-4B80-9BF8-C196-988B9F73D5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 rot="16200000">
            <a:off x="-299544" y="2143068"/>
            <a:ext cx="3185482" cy="427446"/>
          </a:xfrm>
        </p:spPr>
        <p:txBody>
          <a:bodyPr/>
          <a:lstStyle>
            <a:lvl1pPr algn="r">
              <a:defRPr sz="2400" b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de-DE" dirty="0"/>
              <a:t>TITEL</a:t>
            </a:r>
          </a:p>
        </p:txBody>
      </p:sp>
      <p:sp>
        <p:nvSpPr>
          <p:cNvPr id="10" name="Textplatzhalter 7">
            <a:extLst>
              <a:ext uri="{FF2B5EF4-FFF2-40B4-BE49-F238E27FC236}">
                <a16:creationId xmlns:a16="http://schemas.microsoft.com/office/drawing/2014/main" id="{5B63CF42-F522-6FEC-BB69-5F6FADAD2D1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893547" y="3203860"/>
            <a:ext cx="4433144" cy="976873"/>
          </a:xfrm>
        </p:spPr>
        <p:txBody>
          <a:bodyPr/>
          <a:lstStyle>
            <a:lvl1pPr marL="152400" indent="0" algn="l">
              <a:buClr>
                <a:schemeClr val="bg1"/>
              </a:buClr>
              <a:buFont typeface="Arial" panose="020B0604020202020204" pitchFamily="34" charset="0"/>
              <a:buNone/>
              <a:defRPr sz="1400">
                <a:solidFill>
                  <a:schemeClr val="bg1"/>
                </a:solidFill>
                <a:latin typeface="+mj-lt"/>
              </a:defRPr>
            </a:lvl1pPr>
            <a:lvl2pPr>
              <a:defRPr>
                <a:solidFill>
                  <a:schemeClr val="bg1"/>
                </a:solidFill>
                <a:latin typeface="+mj-lt"/>
              </a:defRPr>
            </a:lvl2pPr>
            <a:lvl3pPr>
              <a:defRPr>
                <a:solidFill>
                  <a:schemeClr val="bg1"/>
                </a:solidFill>
                <a:latin typeface="+mj-lt"/>
              </a:defRPr>
            </a:lvl3pPr>
            <a:lvl4pPr>
              <a:defRPr>
                <a:solidFill>
                  <a:schemeClr val="bg1"/>
                </a:solidFill>
                <a:latin typeface="+mj-lt"/>
              </a:defRPr>
            </a:lvl4pPr>
            <a:lvl5pPr>
              <a:defRPr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</p:txBody>
      </p:sp>
    </p:spTree>
    <p:extLst>
      <p:ext uri="{BB962C8B-B14F-4D97-AF65-F5344CB8AC3E}">
        <p14:creationId xmlns:p14="http://schemas.microsoft.com/office/powerpoint/2010/main" val="308383291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pening slide" preserve="1">
  <p:cSld name="Opening slid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hteck 2">
            <a:extLst>
              <a:ext uri="{FF2B5EF4-FFF2-40B4-BE49-F238E27FC236}">
                <a16:creationId xmlns:a16="http://schemas.microsoft.com/office/drawing/2014/main" id="{3B2DCBE9-BE97-B025-722C-EFF6D1BEE9B8}"/>
              </a:ext>
            </a:extLst>
          </p:cNvPr>
          <p:cNvSpPr/>
          <p:nvPr/>
        </p:nvSpPr>
        <p:spPr>
          <a:xfrm>
            <a:off x="-1843396" y="171599"/>
            <a:ext cx="5026500" cy="5454501"/>
          </a:xfrm>
          <a:prstGeom prst="rect">
            <a:avLst/>
          </a:prstGeom>
          <a:solidFill>
            <a:srgbClr val="000000">
              <a:alpha val="50000"/>
            </a:srgbClr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de-DE" sz="1800" b="0" i="0" u="none" strike="noStrike" kern="1200" cap="none" spc="0" baseline="0" dirty="0">
              <a:solidFill>
                <a:srgbClr val="FFFFFF"/>
              </a:solidFill>
              <a:uFillTx/>
              <a:latin typeface="Calibri"/>
              <a:cs typeface="Rajdhani" panose="02000000000000000000" pitchFamily="2" charset="0"/>
            </a:endParaRPr>
          </a:p>
        </p:txBody>
      </p:sp>
      <p:sp>
        <p:nvSpPr>
          <p:cNvPr id="2" name="TextBox 7">
            <a:extLst>
              <a:ext uri="{FF2B5EF4-FFF2-40B4-BE49-F238E27FC236}">
                <a16:creationId xmlns:a16="http://schemas.microsoft.com/office/drawing/2014/main" id="{BA083ED9-F673-096F-0158-E1C81747F7F5}"/>
              </a:ext>
            </a:extLst>
          </p:cNvPr>
          <p:cNvSpPr txBox="1"/>
          <p:nvPr/>
        </p:nvSpPr>
        <p:spPr>
          <a:xfrm>
            <a:off x="426368" y="374573"/>
            <a:ext cx="29068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de-DE" sz="2400" dirty="0">
              <a:solidFill>
                <a:schemeClr val="bg1"/>
              </a:solidFill>
              <a:latin typeface="+mj-lt"/>
              <a:cs typeface="Rajdhani" panose="02000000000000000000" pitchFamily="2" charset="0"/>
            </a:endParaRPr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0C113F30-9E20-1EB6-6774-BDA28363916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6368" y="337930"/>
            <a:ext cx="2343336" cy="1007165"/>
          </a:xfrm>
        </p:spPr>
        <p:txBody>
          <a:bodyPr/>
          <a:lstStyle>
            <a:lvl1pPr>
              <a:defRPr sz="2400" b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de-DE" dirty="0"/>
              <a:t>TITEL</a:t>
            </a:r>
            <a:br>
              <a:rPr lang="de-DE" dirty="0"/>
            </a:br>
            <a:r>
              <a:rPr lang="de-DE" dirty="0"/>
              <a:t>BEISPIEL</a:t>
            </a:r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71633957-3C2D-36DF-C793-75B532E4B5E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98174" y="1379538"/>
            <a:ext cx="2472014" cy="2271712"/>
          </a:xfrm>
        </p:spPr>
        <p:txBody>
          <a:bodyPr/>
          <a:lstStyle>
            <a:lvl1pPr marL="323850" indent="-171450" algn="l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  <a:latin typeface="+mj-lt"/>
              </a:defRPr>
            </a:lvl1pPr>
            <a:lvl2pPr>
              <a:defRPr>
                <a:solidFill>
                  <a:schemeClr val="bg1"/>
                </a:solidFill>
                <a:latin typeface="+mj-lt"/>
              </a:defRPr>
            </a:lvl2pPr>
            <a:lvl3pPr>
              <a:defRPr>
                <a:solidFill>
                  <a:schemeClr val="bg1"/>
                </a:solidFill>
                <a:latin typeface="+mj-lt"/>
              </a:defRPr>
            </a:lvl3pPr>
            <a:lvl4pPr>
              <a:defRPr>
                <a:solidFill>
                  <a:schemeClr val="bg1"/>
                </a:solidFill>
                <a:latin typeface="+mj-lt"/>
              </a:defRPr>
            </a:lvl4pPr>
            <a:lvl5pPr>
              <a:defRPr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72890407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text 5" preserve="1">
  <p:cSld name="1_Title + text 5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Bildplatzhalter 8">
            <a:extLst>
              <a:ext uri="{FF2B5EF4-FFF2-40B4-BE49-F238E27FC236}">
                <a16:creationId xmlns:a16="http://schemas.microsoft.com/office/drawing/2014/main" id="{1401F69C-35E4-6A9C-1AA3-D11AB707ABC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199733" y="559781"/>
            <a:ext cx="2976300" cy="4059901"/>
          </a:xfrm>
        </p:spPr>
        <p:txBody>
          <a:bodyPr/>
          <a:lstStyle/>
          <a:p>
            <a:r>
              <a:rPr lang="de-DE"/>
              <a:t>Bild durch Klicken auf Symbol hinzufügen</a:t>
            </a:r>
          </a:p>
        </p:txBody>
      </p:sp>
      <p:sp>
        <p:nvSpPr>
          <p:cNvPr id="9" name="Bildplatzhalter 8">
            <a:extLst>
              <a:ext uri="{FF2B5EF4-FFF2-40B4-BE49-F238E27FC236}">
                <a16:creationId xmlns:a16="http://schemas.microsoft.com/office/drawing/2014/main" id="{3F6E047B-5658-A712-0B85-C11EB10A6F2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09613" y="539750"/>
            <a:ext cx="2976300" cy="4059901"/>
          </a:xfrm>
        </p:spPr>
        <p:txBody>
          <a:bodyPr/>
          <a:lstStyle/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5" name="Rechteck 5">
            <a:extLst>
              <a:ext uri="{FF2B5EF4-FFF2-40B4-BE49-F238E27FC236}">
                <a16:creationId xmlns:a16="http://schemas.microsoft.com/office/drawing/2014/main" id="{1C22DF33-A1B2-116E-C4B9-0D3257832F61}"/>
              </a:ext>
            </a:extLst>
          </p:cNvPr>
          <p:cNvSpPr/>
          <p:nvPr/>
        </p:nvSpPr>
        <p:spPr>
          <a:xfrm>
            <a:off x="7318468" y="541750"/>
            <a:ext cx="1115701" cy="4059901"/>
          </a:xfrm>
          <a:prstGeom prst="rect">
            <a:avLst/>
          </a:prstGeom>
          <a:solidFill>
            <a:srgbClr val="000000">
              <a:alpha val="50000"/>
            </a:srgbClr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de-DE" sz="1800" b="0" i="0" u="none" strike="noStrike" kern="1200" cap="none" spc="0" baseline="0" dirty="0">
              <a:solidFill>
                <a:srgbClr val="FFFFFF"/>
              </a:solidFill>
              <a:uFillTx/>
              <a:latin typeface="Calibri"/>
              <a:cs typeface="Rajdhani" panose="02000000000000000000" pitchFamily="2" charset="0"/>
            </a:endParaRPr>
          </a:p>
        </p:txBody>
      </p:sp>
      <p:sp>
        <p:nvSpPr>
          <p:cNvPr id="8" name="Titel 3">
            <a:extLst>
              <a:ext uri="{FF2B5EF4-FFF2-40B4-BE49-F238E27FC236}">
                <a16:creationId xmlns:a16="http://schemas.microsoft.com/office/drawing/2014/main" id="{E54E0393-4B80-9BF8-C196-988B9F73D5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 rot="5400000">
            <a:off x="6258280" y="2052590"/>
            <a:ext cx="3185482" cy="595234"/>
          </a:xfrm>
        </p:spPr>
        <p:txBody>
          <a:bodyPr/>
          <a:lstStyle>
            <a:lvl1pPr>
              <a:defRPr sz="2400" b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" b="0" dirty="0">
                <a:solidFill>
                  <a:schemeClr val="lt1"/>
                </a:solidFill>
                <a:latin typeface="+mj-lt"/>
              </a:rPr>
              <a:t>OUR TEAM</a:t>
            </a:r>
            <a:endParaRPr lang="de-DE" dirty="0"/>
          </a:p>
        </p:txBody>
      </p:sp>
      <p:sp>
        <p:nvSpPr>
          <p:cNvPr id="4" name="Rechteck 5">
            <a:extLst>
              <a:ext uri="{FF2B5EF4-FFF2-40B4-BE49-F238E27FC236}">
                <a16:creationId xmlns:a16="http://schemas.microsoft.com/office/drawing/2014/main" id="{AF0A0A1E-440A-9753-CE6B-0DBCC72B7C36}"/>
              </a:ext>
            </a:extLst>
          </p:cNvPr>
          <p:cNvSpPr/>
          <p:nvPr/>
        </p:nvSpPr>
        <p:spPr>
          <a:xfrm>
            <a:off x="2991570" y="803450"/>
            <a:ext cx="1115701" cy="1229099"/>
          </a:xfrm>
          <a:prstGeom prst="rect">
            <a:avLst/>
          </a:prstGeom>
          <a:solidFill>
            <a:srgbClr val="000000">
              <a:alpha val="50000"/>
            </a:srgbClr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de-DE" sz="1800" b="0" i="0" u="none" strike="noStrike" kern="1200" cap="none" spc="0" baseline="0" dirty="0">
              <a:solidFill>
                <a:srgbClr val="FFFFFF"/>
              </a:solidFill>
              <a:uFillTx/>
              <a:latin typeface="Calibri"/>
              <a:cs typeface="Rajdhani" panose="02000000000000000000" pitchFamily="2" charset="0"/>
            </a:endParaRP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1D0CE2BA-2183-CD23-A420-C726612FD506}"/>
              </a:ext>
            </a:extLst>
          </p:cNvPr>
          <p:cNvSpPr/>
          <p:nvPr/>
        </p:nvSpPr>
        <p:spPr>
          <a:xfrm>
            <a:off x="3846824" y="2962650"/>
            <a:ext cx="1115701" cy="1229099"/>
          </a:xfrm>
          <a:prstGeom prst="rect">
            <a:avLst/>
          </a:prstGeom>
          <a:solidFill>
            <a:srgbClr val="000000">
              <a:alpha val="50000"/>
            </a:srgbClr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de-DE" sz="1800" b="0" i="0" u="none" strike="noStrike" kern="1200" cap="none" spc="0" baseline="0" dirty="0">
              <a:solidFill>
                <a:srgbClr val="FFFFFF"/>
              </a:solidFill>
              <a:uFillTx/>
              <a:latin typeface="Calibri"/>
              <a:cs typeface="Rajdhani" panose="02000000000000000000" pitchFamily="2" charset="0"/>
            </a:endParaRPr>
          </a:p>
        </p:txBody>
      </p:sp>
      <p:sp>
        <p:nvSpPr>
          <p:cNvPr id="11" name="Textplatzhalter 7">
            <a:extLst>
              <a:ext uri="{FF2B5EF4-FFF2-40B4-BE49-F238E27FC236}">
                <a16:creationId xmlns:a16="http://schemas.microsoft.com/office/drawing/2014/main" id="{517C19E4-42BB-E0E4-FE02-80F2B71B2EA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870380" y="803450"/>
            <a:ext cx="1258136" cy="2271712"/>
          </a:xfrm>
        </p:spPr>
        <p:txBody>
          <a:bodyPr/>
          <a:lstStyle>
            <a:lvl1pPr marL="152400" indent="0" algn="l">
              <a:buClr>
                <a:schemeClr val="bg1"/>
              </a:buClr>
              <a:buFont typeface="Arial" panose="020B0604020202020204" pitchFamily="34" charset="0"/>
              <a:buNone/>
              <a:defRPr sz="1000">
                <a:solidFill>
                  <a:schemeClr val="bg1"/>
                </a:solidFill>
                <a:latin typeface="+mj-lt"/>
              </a:defRPr>
            </a:lvl1pPr>
            <a:lvl2pPr marL="609600" indent="0">
              <a:buNone/>
              <a:defRPr>
                <a:solidFill>
                  <a:schemeClr val="bg1"/>
                </a:solidFill>
                <a:latin typeface="+mj-lt"/>
              </a:defRPr>
            </a:lvl2pPr>
            <a:lvl3pPr>
              <a:defRPr>
                <a:solidFill>
                  <a:schemeClr val="bg1"/>
                </a:solidFill>
                <a:latin typeface="+mj-lt"/>
              </a:defRPr>
            </a:lvl3pPr>
            <a:lvl4pPr>
              <a:defRPr>
                <a:solidFill>
                  <a:schemeClr val="bg1"/>
                </a:solidFill>
                <a:latin typeface="+mj-lt"/>
              </a:defRPr>
            </a:lvl4pPr>
            <a:lvl5pPr>
              <a:defRPr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2" name="Textplatzhalter 7">
            <a:extLst>
              <a:ext uri="{FF2B5EF4-FFF2-40B4-BE49-F238E27FC236}">
                <a16:creationId xmlns:a16="http://schemas.microsoft.com/office/drawing/2014/main" id="{3517A4F2-3414-A4D1-0C7B-3E8A943003B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660359" y="2962650"/>
            <a:ext cx="1258136" cy="2271712"/>
          </a:xfrm>
        </p:spPr>
        <p:txBody>
          <a:bodyPr/>
          <a:lstStyle>
            <a:lvl1pPr marL="152400" indent="0" algn="r">
              <a:buClr>
                <a:schemeClr val="bg1"/>
              </a:buClr>
              <a:buFont typeface="Arial" panose="020B0604020202020204" pitchFamily="34" charset="0"/>
              <a:buNone/>
              <a:defRPr sz="1000">
                <a:solidFill>
                  <a:schemeClr val="bg1"/>
                </a:solidFill>
                <a:latin typeface="+mj-lt"/>
              </a:defRPr>
            </a:lvl1pPr>
            <a:lvl2pPr>
              <a:defRPr>
                <a:solidFill>
                  <a:schemeClr val="bg1"/>
                </a:solidFill>
                <a:latin typeface="+mj-lt"/>
              </a:defRPr>
            </a:lvl2pPr>
            <a:lvl3pPr>
              <a:defRPr>
                <a:solidFill>
                  <a:schemeClr val="bg1"/>
                </a:solidFill>
                <a:latin typeface="+mj-lt"/>
              </a:defRPr>
            </a:lvl3pPr>
            <a:lvl4pPr>
              <a:defRPr>
                <a:solidFill>
                  <a:schemeClr val="bg1"/>
                </a:solidFill>
                <a:latin typeface="+mj-lt"/>
              </a:defRPr>
            </a:lvl4pPr>
            <a:lvl5pPr>
              <a:defRPr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" name="Google Shape;236;p35">
            <a:extLst>
              <a:ext uri="{FF2B5EF4-FFF2-40B4-BE49-F238E27FC236}">
                <a16:creationId xmlns:a16="http://schemas.microsoft.com/office/drawing/2014/main" id="{313AD04C-DA2D-67FE-3745-53C9809588CB}"/>
              </a:ext>
            </a:extLst>
          </p:cNvPr>
          <p:cNvSpPr txBox="1">
            <a:spLocks/>
          </p:cNvSpPr>
          <p:nvPr userDrawn="1"/>
        </p:nvSpPr>
        <p:spPr>
          <a:xfrm rot="5400000">
            <a:off x="6406396" y="1904246"/>
            <a:ext cx="2889250" cy="5952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ivvic"/>
              <a:buNone/>
              <a:defRPr sz="2800" b="1" i="0" u="none" strike="noStrike" cap="none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defRPr>
            </a:lvl1pPr>
            <a:lvl2pPr marR="0" lvl="1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ivvic"/>
              <a:buNone/>
              <a:defRPr sz="2800" b="1" i="0" u="none" strike="noStrike" cap="none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defRPr>
            </a:lvl2pPr>
            <a:lvl3pPr marR="0" lvl="2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ivvic"/>
              <a:buNone/>
              <a:defRPr sz="2800" b="1" i="0" u="none" strike="noStrike" cap="none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defRPr>
            </a:lvl3pPr>
            <a:lvl4pPr marR="0" lvl="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ivvic"/>
              <a:buNone/>
              <a:defRPr sz="2800" b="1" i="0" u="none" strike="noStrike" cap="none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defRPr>
            </a:lvl4pPr>
            <a:lvl5pPr marR="0" lvl="4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ivvic"/>
              <a:buNone/>
              <a:defRPr sz="2800" b="1" i="0" u="none" strike="noStrike" cap="none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ivvic"/>
              <a:buNone/>
              <a:defRPr sz="2800" b="1" i="0" u="none" strike="noStrike" cap="none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ivvic"/>
              <a:buNone/>
              <a:defRPr sz="2800" b="1" i="0" u="none" strike="noStrike" cap="none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ivvic"/>
              <a:buNone/>
              <a:defRPr sz="2800" b="1" i="0" u="none" strike="noStrike" cap="none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ivvic"/>
              <a:buNone/>
              <a:defRPr sz="2800" b="1" i="0" u="none" strike="noStrike" cap="none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defRPr>
            </a:lvl9pPr>
          </a:lstStyle>
          <a:p>
            <a:endParaRPr lang="de-DE" b="0" dirty="0">
              <a:solidFill>
                <a:schemeClr val="lt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84809873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text 5" preserve="1" userDrawn="1">
  <p:cSld name="1_Title + text 5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Bildplatzhalter 8">
            <a:extLst>
              <a:ext uri="{FF2B5EF4-FFF2-40B4-BE49-F238E27FC236}">
                <a16:creationId xmlns:a16="http://schemas.microsoft.com/office/drawing/2014/main" id="{3F6E047B-5658-A712-0B85-C11EB10A6F2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09613" y="539750"/>
            <a:ext cx="2976300" cy="4059901"/>
          </a:xfrm>
        </p:spPr>
        <p:txBody>
          <a:bodyPr/>
          <a:lstStyle/>
          <a:p>
            <a:r>
              <a:rPr lang="de-DE"/>
              <a:t>Bild durch Klicken auf Symbol hinzufügen</a:t>
            </a:r>
          </a:p>
        </p:txBody>
      </p:sp>
      <p:sp>
        <p:nvSpPr>
          <p:cNvPr id="5" name="Rechteck 5">
            <a:extLst>
              <a:ext uri="{FF2B5EF4-FFF2-40B4-BE49-F238E27FC236}">
                <a16:creationId xmlns:a16="http://schemas.microsoft.com/office/drawing/2014/main" id="{1C22DF33-A1B2-116E-C4B9-0D3257832F61}"/>
              </a:ext>
            </a:extLst>
          </p:cNvPr>
          <p:cNvSpPr/>
          <p:nvPr/>
        </p:nvSpPr>
        <p:spPr>
          <a:xfrm>
            <a:off x="7318468" y="541750"/>
            <a:ext cx="1115701" cy="4059901"/>
          </a:xfrm>
          <a:prstGeom prst="rect">
            <a:avLst/>
          </a:prstGeom>
          <a:solidFill>
            <a:srgbClr val="000000">
              <a:alpha val="50000"/>
            </a:srgbClr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de-DE" sz="1800" b="0" i="0" u="none" strike="noStrike" kern="1200" cap="none" spc="0" baseline="0" dirty="0">
              <a:solidFill>
                <a:srgbClr val="FFFFFF"/>
              </a:solidFill>
              <a:uFillTx/>
              <a:latin typeface="Calibri"/>
              <a:cs typeface="Rajdhani" panose="02000000000000000000" pitchFamily="2" charset="0"/>
            </a:endParaRPr>
          </a:p>
        </p:txBody>
      </p:sp>
      <p:sp>
        <p:nvSpPr>
          <p:cNvPr id="4" name="Rechteck 5">
            <a:extLst>
              <a:ext uri="{FF2B5EF4-FFF2-40B4-BE49-F238E27FC236}">
                <a16:creationId xmlns:a16="http://schemas.microsoft.com/office/drawing/2014/main" id="{AF0A0A1E-440A-9753-CE6B-0DBCC72B7C36}"/>
              </a:ext>
            </a:extLst>
          </p:cNvPr>
          <p:cNvSpPr/>
          <p:nvPr/>
        </p:nvSpPr>
        <p:spPr>
          <a:xfrm>
            <a:off x="3277840" y="4249515"/>
            <a:ext cx="1386118" cy="264357"/>
          </a:xfrm>
          <a:prstGeom prst="rect">
            <a:avLst/>
          </a:prstGeom>
          <a:solidFill>
            <a:srgbClr val="000000">
              <a:alpha val="50000"/>
            </a:srgbClr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de-DE" sz="1800" b="0" i="0" u="none" strike="noStrike" kern="1200" cap="none" spc="0" baseline="0" dirty="0">
              <a:solidFill>
                <a:srgbClr val="FFFFFF"/>
              </a:solidFill>
              <a:uFillTx/>
              <a:latin typeface="Calibri"/>
              <a:cs typeface="Rajdhani" panose="02000000000000000000" pitchFamily="2" charset="0"/>
            </a:endParaRP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1D0CE2BA-2183-CD23-A420-C726612FD506}"/>
              </a:ext>
            </a:extLst>
          </p:cNvPr>
          <p:cNvSpPr/>
          <p:nvPr/>
        </p:nvSpPr>
        <p:spPr>
          <a:xfrm>
            <a:off x="4199733" y="539750"/>
            <a:ext cx="2976300" cy="4079932"/>
          </a:xfrm>
          <a:prstGeom prst="rect">
            <a:avLst/>
          </a:prstGeom>
          <a:solidFill>
            <a:srgbClr val="000000">
              <a:alpha val="50000"/>
            </a:srgbClr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de-DE" sz="1800" b="0" i="0" u="none" strike="noStrike" kern="1200" cap="none" spc="0" baseline="0" dirty="0">
              <a:solidFill>
                <a:srgbClr val="FFFFFF"/>
              </a:solidFill>
              <a:uFillTx/>
              <a:latin typeface="Calibri"/>
              <a:cs typeface="Rajdhani" panose="02000000000000000000" pitchFamily="2" charset="0"/>
            </a:endParaRPr>
          </a:p>
        </p:txBody>
      </p:sp>
      <p:sp>
        <p:nvSpPr>
          <p:cNvPr id="11" name="Textplatzhalter 7">
            <a:extLst>
              <a:ext uri="{FF2B5EF4-FFF2-40B4-BE49-F238E27FC236}">
                <a16:creationId xmlns:a16="http://schemas.microsoft.com/office/drawing/2014/main" id="{517C19E4-42BB-E0E4-FE02-80F2B71B2EA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108608" y="4199464"/>
            <a:ext cx="1258136" cy="338517"/>
          </a:xfrm>
        </p:spPr>
        <p:txBody>
          <a:bodyPr/>
          <a:lstStyle>
            <a:lvl1pPr marL="152400" indent="0" algn="l">
              <a:buClr>
                <a:schemeClr val="bg1"/>
              </a:buClr>
              <a:buFont typeface="Arial" panose="020B0604020202020204" pitchFamily="34" charset="0"/>
              <a:buNone/>
              <a:defRPr sz="1000">
                <a:solidFill>
                  <a:schemeClr val="bg1"/>
                </a:solidFill>
                <a:latin typeface="+mj-lt"/>
              </a:defRPr>
            </a:lvl1pPr>
            <a:lvl2pPr>
              <a:defRPr>
                <a:solidFill>
                  <a:schemeClr val="bg1"/>
                </a:solidFill>
                <a:latin typeface="+mj-lt"/>
              </a:defRPr>
            </a:lvl2pPr>
            <a:lvl3pPr>
              <a:defRPr>
                <a:solidFill>
                  <a:schemeClr val="bg1"/>
                </a:solidFill>
                <a:latin typeface="+mj-lt"/>
              </a:defRPr>
            </a:lvl3pPr>
            <a:lvl4pPr>
              <a:defRPr>
                <a:solidFill>
                  <a:schemeClr val="bg1"/>
                </a:solidFill>
                <a:latin typeface="+mj-lt"/>
              </a:defRPr>
            </a:lvl4pPr>
            <a:lvl5pPr>
              <a:defRPr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de-DE" dirty="0"/>
              <a:t>Name</a:t>
            </a:r>
          </a:p>
          <a:p>
            <a:pPr lvl="0"/>
            <a:endParaRPr lang="de-DE" dirty="0"/>
          </a:p>
        </p:txBody>
      </p:sp>
      <p:sp>
        <p:nvSpPr>
          <p:cNvPr id="13" name="Textplatzhalter 7">
            <a:extLst>
              <a:ext uri="{FF2B5EF4-FFF2-40B4-BE49-F238E27FC236}">
                <a16:creationId xmlns:a16="http://schemas.microsoft.com/office/drawing/2014/main" id="{CA87591C-CF53-3F59-FC83-4C21AA42C58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178488" y="1671236"/>
            <a:ext cx="2472014" cy="2271712"/>
          </a:xfrm>
        </p:spPr>
        <p:txBody>
          <a:bodyPr/>
          <a:lstStyle>
            <a:lvl1pPr marL="323850" indent="-171450" algn="l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  <a:latin typeface="+mj-lt"/>
              </a:defRPr>
            </a:lvl1pPr>
            <a:lvl2pPr>
              <a:defRPr>
                <a:solidFill>
                  <a:schemeClr val="bg1"/>
                </a:solidFill>
                <a:latin typeface="+mj-lt"/>
              </a:defRPr>
            </a:lvl2pPr>
            <a:lvl3pPr>
              <a:defRPr>
                <a:solidFill>
                  <a:schemeClr val="bg1"/>
                </a:solidFill>
                <a:latin typeface="+mj-lt"/>
              </a:defRPr>
            </a:lvl3pPr>
            <a:lvl4pPr>
              <a:defRPr>
                <a:solidFill>
                  <a:schemeClr val="bg1"/>
                </a:solidFill>
                <a:latin typeface="+mj-lt"/>
              </a:defRPr>
            </a:lvl4pPr>
            <a:lvl5pPr>
              <a:defRPr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2" name="Textplatzhalter 7">
            <a:extLst>
              <a:ext uri="{FF2B5EF4-FFF2-40B4-BE49-F238E27FC236}">
                <a16:creationId xmlns:a16="http://schemas.microsoft.com/office/drawing/2014/main" id="{B03C1ECA-7D4C-9D66-2242-66AA5035F6F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199733" y="629628"/>
            <a:ext cx="2491872" cy="449912"/>
          </a:xfrm>
        </p:spPr>
        <p:txBody>
          <a:bodyPr/>
          <a:lstStyle>
            <a:lvl1pPr marL="152400" indent="0" algn="l">
              <a:buClr>
                <a:schemeClr val="bg1"/>
              </a:buClr>
              <a:buFont typeface="Arial" panose="020B0604020202020204" pitchFamily="34" charset="0"/>
              <a:buNone/>
              <a:defRPr sz="2400">
                <a:solidFill>
                  <a:schemeClr val="bg1"/>
                </a:solidFill>
                <a:latin typeface="+mj-lt"/>
              </a:defRPr>
            </a:lvl1pPr>
            <a:lvl2pPr>
              <a:defRPr>
                <a:solidFill>
                  <a:schemeClr val="bg1"/>
                </a:solidFill>
                <a:latin typeface="+mj-lt"/>
              </a:defRPr>
            </a:lvl2pPr>
            <a:lvl3pPr>
              <a:defRPr>
                <a:solidFill>
                  <a:schemeClr val="bg1"/>
                </a:solidFill>
                <a:latin typeface="+mj-lt"/>
              </a:defRPr>
            </a:lvl3pPr>
            <a:lvl4pPr>
              <a:defRPr>
                <a:solidFill>
                  <a:schemeClr val="bg1"/>
                </a:solidFill>
                <a:latin typeface="+mj-lt"/>
              </a:defRPr>
            </a:lvl4pPr>
            <a:lvl5pPr>
              <a:defRPr>
                <a:solidFill>
                  <a:schemeClr val="bg1"/>
                </a:solidFill>
                <a:latin typeface="+mj-lt"/>
              </a:defRPr>
            </a:lvl5pPr>
          </a:lstStyle>
          <a:p>
            <a:pPr marL="15240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ts val="1200"/>
              <a:buFont typeface="Arial" panose="020B0604020202020204" pitchFamily="34" charset="0"/>
              <a:buNone/>
              <a:tabLst/>
              <a:defRPr/>
            </a:pPr>
            <a:r>
              <a:rPr lang="de-DE" dirty="0"/>
              <a:t>TITEL</a:t>
            </a:r>
          </a:p>
          <a:p>
            <a:pPr marL="15240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ts val="1200"/>
              <a:buFont typeface="Arial" panose="020B0604020202020204" pitchFamily="34" charset="0"/>
              <a:buNone/>
              <a:tabLst/>
              <a:defRPr/>
            </a:pPr>
            <a:r>
              <a:rPr lang="de-DE" dirty="0"/>
              <a:t>Beispiel</a:t>
            </a:r>
          </a:p>
          <a:p>
            <a:pPr lvl="0"/>
            <a:endParaRPr lang="de-DE" dirty="0"/>
          </a:p>
          <a:p>
            <a:pPr lvl="0"/>
            <a:endParaRPr lang="de-DE" dirty="0"/>
          </a:p>
        </p:txBody>
      </p:sp>
      <p:sp>
        <p:nvSpPr>
          <p:cNvPr id="3" name="Google Shape;236;p35">
            <a:extLst>
              <a:ext uri="{FF2B5EF4-FFF2-40B4-BE49-F238E27FC236}">
                <a16:creationId xmlns:a16="http://schemas.microsoft.com/office/drawing/2014/main" id="{5A3244F8-984E-C6AE-5DFB-58F86DB926F0}"/>
              </a:ext>
            </a:extLst>
          </p:cNvPr>
          <p:cNvSpPr txBox="1">
            <a:spLocks/>
          </p:cNvSpPr>
          <p:nvPr userDrawn="1"/>
        </p:nvSpPr>
        <p:spPr>
          <a:xfrm rot="5400000">
            <a:off x="6406396" y="1904246"/>
            <a:ext cx="2889250" cy="5952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ivvic"/>
              <a:buNone/>
              <a:defRPr sz="2800" b="1" i="0" u="none" strike="noStrike" cap="none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defRPr>
            </a:lvl1pPr>
            <a:lvl2pPr marR="0" lvl="1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ivvic"/>
              <a:buNone/>
              <a:defRPr sz="2800" b="1" i="0" u="none" strike="noStrike" cap="none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defRPr>
            </a:lvl2pPr>
            <a:lvl3pPr marR="0" lvl="2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ivvic"/>
              <a:buNone/>
              <a:defRPr sz="2800" b="1" i="0" u="none" strike="noStrike" cap="none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defRPr>
            </a:lvl3pPr>
            <a:lvl4pPr marR="0" lvl="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ivvic"/>
              <a:buNone/>
              <a:defRPr sz="2800" b="1" i="0" u="none" strike="noStrike" cap="none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defRPr>
            </a:lvl4pPr>
            <a:lvl5pPr marR="0" lvl="4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ivvic"/>
              <a:buNone/>
              <a:defRPr sz="2800" b="1" i="0" u="none" strike="noStrike" cap="none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ivvic"/>
              <a:buNone/>
              <a:defRPr sz="2800" b="1" i="0" u="none" strike="noStrike" cap="none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ivvic"/>
              <a:buNone/>
              <a:defRPr sz="2800" b="1" i="0" u="none" strike="noStrike" cap="none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ivvic"/>
              <a:buNone/>
              <a:defRPr sz="2800" b="1" i="0" u="none" strike="noStrike" cap="none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ivvic"/>
              <a:buNone/>
              <a:defRPr sz="2800" b="1" i="0" u="none" strike="noStrike" cap="none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defRPr>
            </a:lvl9pPr>
          </a:lstStyle>
          <a:p>
            <a:endParaRPr lang="de-DE" b="0" dirty="0">
              <a:solidFill>
                <a:schemeClr val="lt1"/>
              </a:solidFill>
              <a:latin typeface="+mj-lt"/>
            </a:endParaRPr>
          </a:p>
        </p:txBody>
      </p:sp>
      <p:sp>
        <p:nvSpPr>
          <p:cNvPr id="7" name="Titel 3">
            <a:extLst>
              <a:ext uri="{FF2B5EF4-FFF2-40B4-BE49-F238E27FC236}">
                <a16:creationId xmlns:a16="http://schemas.microsoft.com/office/drawing/2014/main" id="{77D69C83-E844-D664-7156-88A7A00231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 rot="5400000">
            <a:off x="6258280" y="2052590"/>
            <a:ext cx="3185482" cy="595234"/>
          </a:xfrm>
        </p:spPr>
        <p:txBody>
          <a:bodyPr/>
          <a:lstStyle>
            <a:lvl1pPr>
              <a:defRPr sz="2400" b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" b="0" dirty="0">
                <a:solidFill>
                  <a:schemeClr val="lt1"/>
                </a:solidFill>
                <a:latin typeface="+mj-lt"/>
              </a:rPr>
              <a:t>OUR TEAM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75634964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text 1" preserve="1">
  <p:cSld name="Title + text 1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ildplatzhalter 3">
            <a:extLst>
              <a:ext uri="{FF2B5EF4-FFF2-40B4-BE49-F238E27FC236}">
                <a16:creationId xmlns:a16="http://schemas.microsoft.com/office/drawing/2014/main" id="{BAD763C5-FDEC-58CD-84B2-C76957A45C9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9144000" cy="5143500"/>
          </a:xfrm>
        </p:spPr>
        <p:txBody>
          <a:bodyPr/>
          <a:lstStyle/>
          <a:p>
            <a:r>
              <a:rPr lang="de-DE"/>
              <a:t>Bild durch Klicken auf Symbol hinzufügen</a:t>
            </a:r>
          </a:p>
        </p:txBody>
      </p:sp>
      <p:sp>
        <p:nvSpPr>
          <p:cNvPr id="3" name="Rechteck 5">
            <a:extLst>
              <a:ext uri="{FF2B5EF4-FFF2-40B4-BE49-F238E27FC236}">
                <a16:creationId xmlns:a16="http://schemas.microsoft.com/office/drawing/2014/main" id="{1140E54D-0A8A-17BF-BA4C-00A8CF70E97F}"/>
              </a:ext>
            </a:extLst>
          </p:cNvPr>
          <p:cNvSpPr/>
          <p:nvPr/>
        </p:nvSpPr>
        <p:spPr>
          <a:xfrm>
            <a:off x="-86139" y="2800242"/>
            <a:ext cx="9622025" cy="4059901"/>
          </a:xfrm>
          <a:prstGeom prst="rect">
            <a:avLst/>
          </a:prstGeom>
          <a:solidFill>
            <a:srgbClr val="000000">
              <a:alpha val="50000"/>
            </a:srgbClr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de-DE" sz="1800" b="0" i="0" u="none" strike="noStrike" kern="1200" cap="none" spc="0" baseline="0" dirty="0">
              <a:solidFill>
                <a:srgbClr val="FFFFFF"/>
              </a:solidFill>
              <a:uFillTx/>
              <a:latin typeface="Calibri"/>
              <a:cs typeface="Rajdhani" panose="02000000000000000000" pitchFamily="2" charset="0"/>
            </a:endParaRPr>
          </a:p>
        </p:txBody>
      </p:sp>
      <p:sp>
        <p:nvSpPr>
          <p:cNvPr id="6" name="Textplatzhalter 7">
            <a:extLst>
              <a:ext uri="{FF2B5EF4-FFF2-40B4-BE49-F238E27FC236}">
                <a16:creationId xmlns:a16="http://schemas.microsoft.com/office/drawing/2014/main" id="{391D3C32-1644-92EA-432B-F7844583D71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03602" y="3346315"/>
            <a:ext cx="5726900" cy="2752351"/>
          </a:xfrm>
        </p:spPr>
        <p:txBody>
          <a:bodyPr/>
          <a:lstStyle>
            <a:lvl1pPr marL="323850" indent="-171450" algn="l">
              <a:buClr>
                <a:schemeClr val="bg1"/>
              </a:buClr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  <a:latin typeface="+mn-lt"/>
              </a:defRPr>
            </a:lvl1pPr>
            <a:lvl2pPr>
              <a:defRPr>
                <a:solidFill>
                  <a:schemeClr val="bg1"/>
                </a:solidFill>
                <a:latin typeface="+mj-lt"/>
              </a:defRPr>
            </a:lvl2pPr>
            <a:lvl3pPr>
              <a:defRPr>
                <a:solidFill>
                  <a:schemeClr val="bg1"/>
                </a:solidFill>
                <a:latin typeface="+mj-lt"/>
              </a:defRPr>
            </a:lvl3pPr>
            <a:lvl4pPr>
              <a:defRPr>
                <a:solidFill>
                  <a:schemeClr val="bg1"/>
                </a:solidFill>
                <a:latin typeface="+mj-lt"/>
              </a:defRPr>
            </a:lvl4pPr>
            <a:lvl5pPr>
              <a:defRPr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7" name="Textplatzhalter 7">
            <a:extLst>
              <a:ext uri="{FF2B5EF4-FFF2-40B4-BE49-F238E27FC236}">
                <a16:creationId xmlns:a16="http://schemas.microsoft.com/office/drawing/2014/main" id="{E85FC5BA-1795-D91C-07F4-0FF410CD17E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03602" y="2896403"/>
            <a:ext cx="2491872" cy="449912"/>
          </a:xfrm>
        </p:spPr>
        <p:txBody>
          <a:bodyPr/>
          <a:lstStyle>
            <a:lvl1pPr marL="152400" indent="0" algn="l">
              <a:buClr>
                <a:schemeClr val="bg1"/>
              </a:buClr>
              <a:buFont typeface="Arial" panose="020B0604020202020204" pitchFamily="34" charset="0"/>
              <a:buNone/>
              <a:defRPr sz="2400">
                <a:solidFill>
                  <a:schemeClr val="bg1"/>
                </a:solidFill>
                <a:latin typeface="+mj-lt"/>
              </a:defRPr>
            </a:lvl1pPr>
            <a:lvl2pPr>
              <a:defRPr>
                <a:solidFill>
                  <a:schemeClr val="bg1"/>
                </a:solidFill>
                <a:latin typeface="+mj-lt"/>
              </a:defRPr>
            </a:lvl2pPr>
            <a:lvl3pPr>
              <a:defRPr>
                <a:solidFill>
                  <a:schemeClr val="bg1"/>
                </a:solidFill>
                <a:latin typeface="+mj-lt"/>
              </a:defRPr>
            </a:lvl3pPr>
            <a:lvl4pPr>
              <a:defRPr>
                <a:solidFill>
                  <a:schemeClr val="bg1"/>
                </a:solidFill>
                <a:latin typeface="+mj-lt"/>
              </a:defRPr>
            </a:lvl4pPr>
            <a:lvl5pPr>
              <a:defRPr>
                <a:solidFill>
                  <a:schemeClr val="bg1"/>
                </a:solidFill>
                <a:latin typeface="+mj-lt"/>
              </a:defRPr>
            </a:lvl5pPr>
          </a:lstStyle>
          <a:p>
            <a:pPr marL="15240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ts val="1200"/>
              <a:buFont typeface="Arial" panose="020B0604020202020204" pitchFamily="34" charset="0"/>
              <a:buNone/>
              <a:tabLst/>
              <a:defRPr/>
            </a:pPr>
            <a:r>
              <a:rPr lang="de-DE" dirty="0"/>
              <a:t>TITEL</a:t>
            </a:r>
          </a:p>
          <a:p>
            <a:pPr lvl="0"/>
            <a:endParaRPr lang="de-DE" dirty="0"/>
          </a:p>
          <a:p>
            <a:pPr lvl="0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1507552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our columns 1" preserve="1">
  <p:cSld name="1_Four columns 1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Bildplatzhalter 8">
            <a:extLst>
              <a:ext uri="{FF2B5EF4-FFF2-40B4-BE49-F238E27FC236}">
                <a16:creationId xmlns:a16="http://schemas.microsoft.com/office/drawing/2014/main" id="{B759B371-AB93-F4AC-C3D4-FE071DDF070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95275" y="625475"/>
            <a:ext cx="6715125" cy="3810338"/>
          </a:xfrm>
        </p:spPr>
        <p:txBody>
          <a:bodyPr/>
          <a:lstStyle/>
          <a:p>
            <a:r>
              <a:rPr lang="de-DE"/>
              <a:t>Bild durch Klicken auf Symbol hinzufügen</a:t>
            </a:r>
          </a:p>
        </p:txBody>
      </p:sp>
      <p:sp>
        <p:nvSpPr>
          <p:cNvPr id="3" name="Rechteck 5">
            <a:extLst>
              <a:ext uri="{FF2B5EF4-FFF2-40B4-BE49-F238E27FC236}">
                <a16:creationId xmlns:a16="http://schemas.microsoft.com/office/drawing/2014/main" id="{CB31CB82-21FA-2484-A5B0-60A9E6D02AA9}"/>
              </a:ext>
            </a:extLst>
          </p:cNvPr>
          <p:cNvSpPr/>
          <p:nvPr/>
        </p:nvSpPr>
        <p:spPr>
          <a:xfrm>
            <a:off x="5193126" y="1667122"/>
            <a:ext cx="3237324" cy="1057501"/>
          </a:xfrm>
          <a:prstGeom prst="rect">
            <a:avLst/>
          </a:prstGeom>
          <a:solidFill>
            <a:srgbClr val="000000">
              <a:alpha val="50000"/>
            </a:srgbClr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de-DE" sz="1800" b="0" i="0" u="none" strike="noStrike" kern="1200" cap="none" spc="0" baseline="0" dirty="0">
              <a:solidFill>
                <a:srgbClr val="FFFFFF"/>
              </a:solidFill>
              <a:uFillTx/>
              <a:latin typeface="Calibri"/>
              <a:cs typeface="Rajdhani" panose="02000000000000000000" pitchFamily="2" charset="0"/>
            </a:endParaRPr>
          </a:p>
        </p:txBody>
      </p:sp>
      <p:sp>
        <p:nvSpPr>
          <p:cNvPr id="4" name="Rechteck 5">
            <a:extLst>
              <a:ext uri="{FF2B5EF4-FFF2-40B4-BE49-F238E27FC236}">
                <a16:creationId xmlns:a16="http://schemas.microsoft.com/office/drawing/2014/main" id="{EB64C794-E575-562B-76D7-813360BD1258}"/>
              </a:ext>
            </a:extLst>
          </p:cNvPr>
          <p:cNvSpPr/>
          <p:nvPr/>
        </p:nvSpPr>
        <p:spPr>
          <a:xfrm>
            <a:off x="0" y="1667123"/>
            <a:ext cx="1070700" cy="1057501"/>
          </a:xfrm>
          <a:prstGeom prst="rect">
            <a:avLst/>
          </a:prstGeom>
          <a:solidFill>
            <a:srgbClr val="000000">
              <a:alpha val="50000"/>
            </a:srgbClr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de-DE" sz="1800" b="0" i="0" u="none" strike="noStrike" kern="1200" cap="none" spc="0" baseline="0" dirty="0">
              <a:solidFill>
                <a:srgbClr val="FFFFFF"/>
              </a:solidFill>
              <a:uFillTx/>
              <a:latin typeface="Calibri"/>
              <a:cs typeface="Rajdhani" panose="02000000000000000000" pitchFamily="2" charset="0"/>
            </a:endParaRPr>
          </a:p>
        </p:txBody>
      </p:sp>
      <p:sp>
        <p:nvSpPr>
          <p:cNvPr id="2" name="Textplatzhalter 7">
            <a:extLst>
              <a:ext uri="{FF2B5EF4-FFF2-40B4-BE49-F238E27FC236}">
                <a16:creationId xmlns:a16="http://schemas.microsoft.com/office/drawing/2014/main" id="{4D69F22B-8085-80D5-D866-6E95E4B3E7F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68076" y="1917152"/>
            <a:ext cx="2491872" cy="449912"/>
          </a:xfrm>
        </p:spPr>
        <p:txBody>
          <a:bodyPr/>
          <a:lstStyle>
            <a:lvl1pPr marL="152400" indent="0" algn="l">
              <a:buClr>
                <a:schemeClr val="bg1"/>
              </a:buClr>
              <a:buFont typeface="Arial" panose="020B0604020202020204" pitchFamily="34" charset="0"/>
              <a:buNone/>
              <a:defRPr sz="2400">
                <a:solidFill>
                  <a:schemeClr val="bg1"/>
                </a:solidFill>
                <a:latin typeface="+mj-lt"/>
              </a:defRPr>
            </a:lvl1pPr>
            <a:lvl2pPr>
              <a:defRPr>
                <a:solidFill>
                  <a:schemeClr val="bg1"/>
                </a:solidFill>
                <a:latin typeface="+mj-lt"/>
              </a:defRPr>
            </a:lvl2pPr>
            <a:lvl3pPr>
              <a:defRPr>
                <a:solidFill>
                  <a:schemeClr val="bg1"/>
                </a:solidFill>
                <a:latin typeface="+mj-lt"/>
              </a:defRPr>
            </a:lvl3pPr>
            <a:lvl4pPr>
              <a:defRPr>
                <a:solidFill>
                  <a:schemeClr val="bg1"/>
                </a:solidFill>
                <a:latin typeface="+mj-lt"/>
              </a:defRPr>
            </a:lvl4pPr>
            <a:lvl5pPr>
              <a:defRPr>
                <a:solidFill>
                  <a:schemeClr val="bg1"/>
                </a:solidFill>
                <a:latin typeface="+mj-lt"/>
              </a:defRPr>
            </a:lvl5pPr>
          </a:lstStyle>
          <a:p>
            <a:pPr marL="15240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ts val="1200"/>
              <a:buFont typeface="Arial" panose="020B0604020202020204" pitchFamily="34" charset="0"/>
              <a:buNone/>
              <a:tabLst/>
              <a:defRPr/>
            </a:pPr>
            <a:r>
              <a:rPr lang="de-DE" dirty="0"/>
              <a:t>TITEL</a:t>
            </a:r>
          </a:p>
          <a:p>
            <a:pPr lvl="0"/>
            <a:endParaRPr lang="de-DE" dirty="0"/>
          </a:p>
          <a:p>
            <a:pPr lvl="0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39439736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text 5" preserve="1">
  <p:cSld name="1_Title + text 5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65;p41">
            <a:extLst>
              <a:ext uri="{FF2B5EF4-FFF2-40B4-BE49-F238E27FC236}">
                <a16:creationId xmlns:a16="http://schemas.microsoft.com/office/drawing/2014/main" id="{21F4A673-146D-3532-3263-FE31B7DCCBB9}"/>
              </a:ext>
            </a:extLst>
          </p:cNvPr>
          <p:cNvSpPr/>
          <p:nvPr/>
        </p:nvSpPr>
        <p:spPr>
          <a:xfrm>
            <a:off x="-77822" y="652475"/>
            <a:ext cx="6801350" cy="1867500"/>
          </a:xfrm>
          <a:prstGeom prst="rect">
            <a:avLst/>
          </a:prstGeom>
          <a:solidFill>
            <a:srgbClr val="000000">
              <a:alpha val="50196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Rajdhani" panose="02000000000000000000" pitchFamily="2" charset="0"/>
              <a:cs typeface="Rajdhani" panose="02000000000000000000" pitchFamily="2" charset="0"/>
            </a:endParaRPr>
          </a:p>
        </p:txBody>
      </p:sp>
      <p:sp>
        <p:nvSpPr>
          <p:cNvPr id="4" name="Google Shape;366;p41">
            <a:extLst>
              <a:ext uri="{FF2B5EF4-FFF2-40B4-BE49-F238E27FC236}">
                <a16:creationId xmlns:a16="http://schemas.microsoft.com/office/drawing/2014/main" id="{FFC1C924-550C-8F3E-7D11-7D88612A399B}"/>
              </a:ext>
            </a:extLst>
          </p:cNvPr>
          <p:cNvSpPr/>
          <p:nvPr/>
        </p:nvSpPr>
        <p:spPr>
          <a:xfrm>
            <a:off x="-77821" y="2623525"/>
            <a:ext cx="6801350" cy="1867500"/>
          </a:xfrm>
          <a:prstGeom prst="rect">
            <a:avLst/>
          </a:prstGeom>
          <a:solidFill>
            <a:srgbClr val="000000">
              <a:alpha val="50196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Rajdhani" panose="02000000000000000000" pitchFamily="2" charset="0"/>
              <a:cs typeface="Rajdhani" panose="02000000000000000000" pitchFamily="2" charset="0"/>
            </a:endParaRPr>
          </a:p>
        </p:txBody>
      </p:sp>
      <p:sp>
        <p:nvSpPr>
          <p:cNvPr id="5" name="Rechteck 5">
            <a:extLst>
              <a:ext uri="{FF2B5EF4-FFF2-40B4-BE49-F238E27FC236}">
                <a16:creationId xmlns:a16="http://schemas.microsoft.com/office/drawing/2014/main" id="{1C22DF33-A1B2-116E-C4B9-0D3257832F61}"/>
              </a:ext>
            </a:extLst>
          </p:cNvPr>
          <p:cNvSpPr/>
          <p:nvPr/>
        </p:nvSpPr>
        <p:spPr>
          <a:xfrm>
            <a:off x="7318468" y="541750"/>
            <a:ext cx="1115701" cy="4059901"/>
          </a:xfrm>
          <a:prstGeom prst="rect">
            <a:avLst/>
          </a:prstGeom>
          <a:solidFill>
            <a:srgbClr val="000000">
              <a:alpha val="50000"/>
            </a:srgbClr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de-DE" sz="1800" b="0" i="0" u="none" strike="noStrike" kern="1200" cap="none" spc="0" baseline="0" dirty="0">
              <a:solidFill>
                <a:srgbClr val="FFFFFF"/>
              </a:solidFill>
              <a:uFillTx/>
              <a:latin typeface="Calibri"/>
              <a:cs typeface="Rajdhani" panose="02000000000000000000" pitchFamily="2" charset="0"/>
            </a:endParaRPr>
          </a:p>
        </p:txBody>
      </p:sp>
      <p:sp>
        <p:nvSpPr>
          <p:cNvPr id="8" name="Titel 3">
            <a:extLst>
              <a:ext uri="{FF2B5EF4-FFF2-40B4-BE49-F238E27FC236}">
                <a16:creationId xmlns:a16="http://schemas.microsoft.com/office/drawing/2014/main" id="{E54E0393-4B80-9BF8-C196-988B9F73D5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 rot="5400000">
            <a:off x="6342228" y="2136484"/>
            <a:ext cx="3185482" cy="427446"/>
          </a:xfrm>
        </p:spPr>
        <p:txBody>
          <a:bodyPr/>
          <a:lstStyle>
            <a:lvl1pPr>
              <a:defRPr sz="2400" b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de-DE" dirty="0"/>
              <a:t>TITEL</a:t>
            </a:r>
          </a:p>
        </p:txBody>
      </p:sp>
      <p:sp>
        <p:nvSpPr>
          <p:cNvPr id="11" name="Textplatzhalter 7">
            <a:extLst>
              <a:ext uri="{FF2B5EF4-FFF2-40B4-BE49-F238E27FC236}">
                <a16:creationId xmlns:a16="http://schemas.microsoft.com/office/drawing/2014/main" id="{3C0830A4-4C3A-FDBF-2C04-9DF4F145AF1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051599" y="1115439"/>
            <a:ext cx="2491873" cy="1388079"/>
          </a:xfrm>
        </p:spPr>
        <p:txBody>
          <a:bodyPr/>
          <a:lstStyle>
            <a:lvl1pPr marL="152400" indent="0" algn="l">
              <a:buClr>
                <a:schemeClr val="bg1"/>
              </a:buClr>
              <a:buFont typeface="Arial" panose="020B0604020202020204" pitchFamily="34" charset="0"/>
              <a:buNone/>
              <a:defRPr sz="1400">
                <a:solidFill>
                  <a:schemeClr val="bg1"/>
                </a:solidFill>
                <a:latin typeface="+mj-lt"/>
              </a:defRPr>
            </a:lvl1pPr>
            <a:lvl2pPr>
              <a:defRPr>
                <a:solidFill>
                  <a:schemeClr val="bg1"/>
                </a:solidFill>
                <a:latin typeface="+mj-lt"/>
              </a:defRPr>
            </a:lvl2pPr>
            <a:lvl3pPr>
              <a:defRPr>
                <a:solidFill>
                  <a:schemeClr val="bg1"/>
                </a:solidFill>
                <a:latin typeface="+mj-lt"/>
              </a:defRPr>
            </a:lvl3pPr>
            <a:lvl4pPr>
              <a:defRPr>
                <a:solidFill>
                  <a:schemeClr val="bg1"/>
                </a:solidFill>
                <a:latin typeface="+mj-lt"/>
              </a:defRPr>
            </a:lvl4pPr>
            <a:lvl5pPr>
              <a:defRPr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3" name="Textplatzhalter 7">
            <a:extLst>
              <a:ext uri="{FF2B5EF4-FFF2-40B4-BE49-F238E27FC236}">
                <a16:creationId xmlns:a16="http://schemas.microsoft.com/office/drawing/2014/main" id="{76695191-7F55-118A-B7EF-3CF9AE5375B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041762" y="3011946"/>
            <a:ext cx="2491872" cy="1473813"/>
          </a:xfrm>
        </p:spPr>
        <p:txBody>
          <a:bodyPr/>
          <a:lstStyle>
            <a:lvl1pPr marL="152400" indent="0" algn="l">
              <a:buClr>
                <a:schemeClr val="bg1"/>
              </a:buClr>
              <a:buFont typeface="Arial" panose="020B0604020202020204" pitchFamily="34" charset="0"/>
              <a:buNone/>
              <a:defRPr sz="1400">
                <a:solidFill>
                  <a:schemeClr val="bg1"/>
                </a:solidFill>
                <a:latin typeface="+mj-lt"/>
              </a:defRPr>
            </a:lvl1pPr>
            <a:lvl2pPr>
              <a:defRPr>
                <a:solidFill>
                  <a:schemeClr val="bg1"/>
                </a:solidFill>
                <a:latin typeface="+mj-lt"/>
              </a:defRPr>
            </a:lvl2pPr>
            <a:lvl3pPr>
              <a:defRPr>
                <a:solidFill>
                  <a:schemeClr val="bg1"/>
                </a:solidFill>
                <a:latin typeface="+mj-lt"/>
              </a:defRPr>
            </a:lvl3pPr>
            <a:lvl4pPr>
              <a:defRPr>
                <a:solidFill>
                  <a:schemeClr val="bg1"/>
                </a:solidFill>
                <a:latin typeface="+mj-lt"/>
              </a:defRPr>
            </a:lvl4pPr>
            <a:lvl5pPr>
              <a:defRPr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9" name="Bildplatzhalter 18">
            <a:extLst>
              <a:ext uri="{FF2B5EF4-FFF2-40B4-BE49-F238E27FC236}">
                <a16:creationId xmlns:a16="http://schemas.microsoft.com/office/drawing/2014/main" id="{31F2270E-16BA-6B50-94C0-C0703684767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2618775"/>
            <a:ext cx="4111625" cy="1867500"/>
          </a:xfrm>
        </p:spPr>
        <p:txBody>
          <a:bodyPr/>
          <a:lstStyle/>
          <a:p>
            <a:r>
              <a:rPr lang="de-DE"/>
              <a:t>Bild durch Klicken auf Symbol hinzufügen</a:t>
            </a:r>
          </a:p>
        </p:txBody>
      </p:sp>
      <p:sp>
        <p:nvSpPr>
          <p:cNvPr id="16" name="Textplatzhalter 7">
            <a:extLst>
              <a:ext uri="{FF2B5EF4-FFF2-40B4-BE49-F238E27FC236}">
                <a16:creationId xmlns:a16="http://schemas.microsoft.com/office/drawing/2014/main" id="{2FD20CA3-64C5-2645-86D4-7270CD24302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051600" y="665527"/>
            <a:ext cx="2491872" cy="449912"/>
          </a:xfrm>
        </p:spPr>
        <p:txBody>
          <a:bodyPr/>
          <a:lstStyle>
            <a:lvl1pPr marL="152400" indent="0" algn="l">
              <a:buClr>
                <a:schemeClr val="bg1"/>
              </a:buClr>
              <a:buFont typeface="Arial" panose="020B0604020202020204" pitchFamily="34" charset="0"/>
              <a:buNone/>
              <a:defRPr sz="2400">
                <a:solidFill>
                  <a:schemeClr val="bg1"/>
                </a:solidFill>
                <a:latin typeface="+mj-lt"/>
              </a:defRPr>
            </a:lvl1pPr>
            <a:lvl2pPr>
              <a:defRPr>
                <a:solidFill>
                  <a:schemeClr val="bg1"/>
                </a:solidFill>
                <a:latin typeface="+mj-lt"/>
              </a:defRPr>
            </a:lvl2pPr>
            <a:lvl3pPr>
              <a:defRPr>
                <a:solidFill>
                  <a:schemeClr val="bg1"/>
                </a:solidFill>
                <a:latin typeface="+mj-lt"/>
              </a:defRPr>
            </a:lvl3pPr>
            <a:lvl4pPr>
              <a:defRPr>
                <a:solidFill>
                  <a:schemeClr val="bg1"/>
                </a:solidFill>
                <a:latin typeface="+mj-lt"/>
              </a:defRPr>
            </a:lvl4pPr>
            <a:lvl5pPr>
              <a:defRPr>
                <a:solidFill>
                  <a:schemeClr val="bg1"/>
                </a:solidFill>
                <a:latin typeface="+mj-lt"/>
              </a:defRPr>
            </a:lvl5pPr>
          </a:lstStyle>
          <a:p>
            <a:pPr marL="15240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ts val="1200"/>
              <a:buFont typeface="Arial" panose="020B0604020202020204" pitchFamily="34" charset="0"/>
              <a:buNone/>
              <a:tabLst/>
              <a:defRPr/>
            </a:pPr>
            <a:r>
              <a:rPr lang="de-DE" dirty="0"/>
              <a:t>TITEL</a:t>
            </a:r>
          </a:p>
          <a:p>
            <a:pPr lvl="0"/>
            <a:endParaRPr lang="de-DE" dirty="0"/>
          </a:p>
          <a:p>
            <a:pPr lvl="0"/>
            <a:endParaRPr lang="de-DE" dirty="0"/>
          </a:p>
        </p:txBody>
      </p:sp>
      <p:sp>
        <p:nvSpPr>
          <p:cNvPr id="18" name="Textplatzhalter 7">
            <a:extLst>
              <a:ext uri="{FF2B5EF4-FFF2-40B4-BE49-F238E27FC236}">
                <a16:creationId xmlns:a16="http://schemas.microsoft.com/office/drawing/2014/main" id="{CC718F67-EF39-4301-1BC6-67D2A43B86E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051600" y="2619524"/>
            <a:ext cx="2491872" cy="449912"/>
          </a:xfrm>
        </p:spPr>
        <p:txBody>
          <a:bodyPr/>
          <a:lstStyle>
            <a:lvl1pPr marL="152400" indent="0" algn="l">
              <a:buClr>
                <a:schemeClr val="bg1"/>
              </a:buClr>
              <a:buFont typeface="Arial" panose="020B0604020202020204" pitchFamily="34" charset="0"/>
              <a:buNone/>
              <a:defRPr sz="2400">
                <a:solidFill>
                  <a:schemeClr val="bg1"/>
                </a:solidFill>
                <a:latin typeface="+mj-lt"/>
              </a:defRPr>
            </a:lvl1pPr>
            <a:lvl2pPr>
              <a:defRPr>
                <a:solidFill>
                  <a:schemeClr val="bg1"/>
                </a:solidFill>
                <a:latin typeface="+mj-lt"/>
              </a:defRPr>
            </a:lvl2pPr>
            <a:lvl3pPr>
              <a:defRPr>
                <a:solidFill>
                  <a:schemeClr val="bg1"/>
                </a:solidFill>
                <a:latin typeface="+mj-lt"/>
              </a:defRPr>
            </a:lvl3pPr>
            <a:lvl4pPr>
              <a:defRPr>
                <a:solidFill>
                  <a:schemeClr val="bg1"/>
                </a:solidFill>
                <a:latin typeface="+mj-lt"/>
              </a:defRPr>
            </a:lvl4pPr>
            <a:lvl5pPr>
              <a:defRPr>
                <a:solidFill>
                  <a:schemeClr val="bg1"/>
                </a:solidFill>
                <a:latin typeface="+mj-lt"/>
              </a:defRPr>
            </a:lvl5pPr>
          </a:lstStyle>
          <a:p>
            <a:pPr marL="15240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ts val="1200"/>
              <a:buFont typeface="Arial" panose="020B0604020202020204" pitchFamily="34" charset="0"/>
              <a:buNone/>
              <a:tabLst/>
              <a:defRPr/>
            </a:pPr>
            <a:r>
              <a:rPr lang="de-DE" dirty="0"/>
              <a:t>TITEL</a:t>
            </a:r>
          </a:p>
          <a:p>
            <a:pPr lvl="0"/>
            <a:endParaRPr lang="de-DE" dirty="0"/>
          </a:p>
          <a:p>
            <a:pPr lvl="0"/>
            <a:endParaRPr lang="de-DE" dirty="0"/>
          </a:p>
        </p:txBody>
      </p:sp>
      <p:sp>
        <p:nvSpPr>
          <p:cNvPr id="17" name="Bildplatzhalter 16">
            <a:extLst>
              <a:ext uri="{FF2B5EF4-FFF2-40B4-BE49-F238E27FC236}">
                <a16:creationId xmlns:a16="http://schemas.microsoft.com/office/drawing/2014/main" id="{E6B58B85-1A36-9D67-C5D4-9DC1782AE641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652463"/>
            <a:ext cx="4111625" cy="1851025"/>
          </a:xfrm>
        </p:spPr>
        <p:txBody>
          <a:bodyPr/>
          <a:lstStyle/>
          <a:p>
            <a:r>
              <a:rPr lang="de-DE"/>
              <a:t>Bild durch Klicken auf Symbol hinzufügen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80166912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text 5" preserve="1">
  <p:cSld name="1_Title + text 5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hteck 5">
            <a:extLst>
              <a:ext uri="{FF2B5EF4-FFF2-40B4-BE49-F238E27FC236}">
                <a16:creationId xmlns:a16="http://schemas.microsoft.com/office/drawing/2014/main" id="{1C22DF33-A1B2-116E-C4B9-0D3257832F61}"/>
              </a:ext>
            </a:extLst>
          </p:cNvPr>
          <p:cNvSpPr/>
          <p:nvPr/>
        </p:nvSpPr>
        <p:spPr>
          <a:xfrm>
            <a:off x="7318468" y="541750"/>
            <a:ext cx="1115701" cy="4059901"/>
          </a:xfrm>
          <a:prstGeom prst="rect">
            <a:avLst/>
          </a:prstGeom>
          <a:solidFill>
            <a:srgbClr val="000000">
              <a:alpha val="50000"/>
            </a:srgbClr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de-DE" sz="1800" b="0" i="0" u="none" strike="noStrike" kern="1200" cap="none" spc="0" baseline="0" dirty="0">
              <a:solidFill>
                <a:srgbClr val="FFFFFF"/>
              </a:solidFill>
              <a:uFillTx/>
              <a:latin typeface="Calibri"/>
              <a:cs typeface="Rajdhani" panose="02000000000000000000" pitchFamily="2" charset="0"/>
            </a:endParaRPr>
          </a:p>
        </p:txBody>
      </p:sp>
      <p:sp>
        <p:nvSpPr>
          <p:cNvPr id="8" name="Titel 3">
            <a:extLst>
              <a:ext uri="{FF2B5EF4-FFF2-40B4-BE49-F238E27FC236}">
                <a16:creationId xmlns:a16="http://schemas.microsoft.com/office/drawing/2014/main" id="{E54E0393-4B80-9BF8-C196-988B9F73D5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 rot="5400000">
            <a:off x="6342228" y="2136484"/>
            <a:ext cx="3185482" cy="427446"/>
          </a:xfrm>
        </p:spPr>
        <p:txBody>
          <a:bodyPr/>
          <a:lstStyle>
            <a:lvl1pPr>
              <a:defRPr sz="2400" b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de-DE" dirty="0"/>
              <a:t>TITEL</a:t>
            </a:r>
          </a:p>
        </p:txBody>
      </p:sp>
      <p:sp>
        <p:nvSpPr>
          <p:cNvPr id="2" name="Google Shape;604;p53">
            <a:extLst>
              <a:ext uri="{FF2B5EF4-FFF2-40B4-BE49-F238E27FC236}">
                <a16:creationId xmlns:a16="http://schemas.microsoft.com/office/drawing/2014/main" id="{2A79AED7-A507-7B9E-FC77-946161DD4632}"/>
              </a:ext>
            </a:extLst>
          </p:cNvPr>
          <p:cNvSpPr/>
          <p:nvPr/>
        </p:nvSpPr>
        <p:spPr>
          <a:xfrm>
            <a:off x="0" y="1559850"/>
            <a:ext cx="5197200" cy="3590400"/>
          </a:xfrm>
          <a:prstGeom prst="rect">
            <a:avLst/>
          </a:prstGeom>
          <a:solidFill>
            <a:srgbClr val="000000">
              <a:alpha val="50196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Rajdhani" panose="02000000000000000000" pitchFamily="2" charset="0"/>
              <a:cs typeface="Rajdhani" panose="02000000000000000000" pitchFamily="2" charset="0"/>
            </a:endParaRPr>
          </a:p>
        </p:txBody>
      </p:sp>
      <p:sp>
        <p:nvSpPr>
          <p:cNvPr id="3" name="Google Shape;607;p53">
            <a:extLst>
              <a:ext uri="{FF2B5EF4-FFF2-40B4-BE49-F238E27FC236}">
                <a16:creationId xmlns:a16="http://schemas.microsoft.com/office/drawing/2014/main" id="{F86C27EC-61C7-4F2E-B0B6-2203C7E11925}"/>
              </a:ext>
            </a:extLst>
          </p:cNvPr>
          <p:cNvSpPr/>
          <p:nvPr/>
        </p:nvSpPr>
        <p:spPr>
          <a:xfrm>
            <a:off x="4961825" y="3661475"/>
            <a:ext cx="487500" cy="1529100"/>
          </a:xfrm>
          <a:prstGeom prst="rect">
            <a:avLst/>
          </a:prstGeom>
          <a:solidFill>
            <a:schemeClr val="accent3">
              <a:lumMod val="40000"/>
              <a:lumOff val="60000"/>
              <a:alpha val="5843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Rajdhani" panose="02000000000000000000" pitchFamily="2" charset="0"/>
              <a:cs typeface="Rajdhani" panose="02000000000000000000" pitchFamily="2" charset="0"/>
            </a:endParaRPr>
          </a:p>
        </p:txBody>
      </p:sp>
      <p:sp>
        <p:nvSpPr>
          <p:cNvPr id="6" name="Textplatzhalter 7">
            <a:extLst>
              <a:ext uri="{FF2B5EF4-FFF2-40B4-BE49-F238E27FC236}">
                <a16:creationId xmlns:a16="http://schemas.microsoft.com/office/drawing/2014/main" id="{9E926695-F4E1-C17A-5230-9A25AA85E6F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09556" y="2140085"/>
            <a:ext cx="4554273" cy="2752351"/>
          </a:xfrm>
        </p:spPr>
        <p:txBody>
          <a:bodyPr/>
          <a:lstStyle>
            <a:lvl1pPr marL="152400" indent="0" algn="l">
              <a:buClr>
                <a:schemeClr val="bg1"/>
              </a:buClr>
              <a:buFont typeface="Arial" panose="020B0604020202020204" pitchFamily="34" charset="0"/>
              <a:buNone/>
              <a:defRPr sz="1400">
                <a:solidFill>
                  <a:schemeClr val="bg1"/>
                </a:solidFill>
                <a:latin typeface="+mj-lt"/>
              </a:defRPr>
            </a:lvl1pPr>
            <a:lvl2pPr>
              <a:defRPr>
                <a:solidFill>
                  <a:schemeClr val="bg1"/>
                </a:solidFill>
                <a:latin typeface="+mj-lt"/>
              </a:defRPr>
            </a:lvl2pPr>
            <a:lvl3pPr>
              <a:defRPr>
                <a:solidFill>
                  <a:schemeClr val="bg1"/>
                </a:solidFill>
                <a:latin typeface="+mj-lt"/>
              </a:defRPr>
            </a:lvl3pPr>
            <a:lvl4pPr>
              <a:defRPr>
                <a:solidFill>
                  <a:schemeClr val="bg1"/>
                </a:solidFill>
                <a:latin typeface="+mj-lt"/>
              </a:defRPr>
            </a:lvl4pPr>
            <a:lvl5pPr>
              <a:defRPr>
                <a:solidFill>
                  <a:schemeClr val="bg1"/>
                </a:solidFill>
                <a:latin typeface="+mj-lt"/>
              </a:defRPr>
            </a:lvl5pPr>
          </a:lstStyle>
          <a:p>
            <a:pPr marL="0" indent="0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1400" dirty="0">
                <a:solidFill>
                  <a:schemeClr val="lt1"/>
                </a:solidFill>
                <a:latin typeface="+mj-lt"/>
              </a:rPr>
              <a:t>Mercury is the closest planet to the Sun and the smallest one in the Solar System—it’s only a bit larger than our Moon. The planet’s name has nothing to do with the liquid metal, since it was named after the Roman messenger god, Mercury</a:t>
            </a:r>
          </a:p>
          <a:p>
            <a:pPr lvl="0"/>
            <a:endParaRPr lang="de-DE" dirty="0"/>
          </a:p>
          <a:p>
            <a:pPr lvl="0"/>
            <a:endParaRPr lang="de-DE" dirty="0"/>
          </a:p>
        </p:txBody>
      </p:sp>
      <p:sp>
        <p:nvSpPr>
          <p:cNvPr id="7" name="Textplatzhalter 7">
            <a:extLst>
              <a:ext uri="{FF2B5EF4-FFF2-40B4-BE49-F238E27FC236}">
                <a16:creationId xmlns:a16="http://schemas.microsoft.com/office/drawing/2014/main" id="{8E72E240-76EF-BA17-6D84-BDBED735E34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54051" y="1742054"/>
            <a:ext cx="2491872" cy="449912"/>
          </a:xfrm>
        </p:spPr>
        <p:txBody>
          <a:bodyPr/>
          <a:lstStyle>
            <a:lvl1pPr marL="152400" indent="0" algn="l">
              <a:buClr>
                <a:schemeClr val="bg1"/>
              </a:buClr>
              <a:buFont typeface="Arial" panose="020B0604020202020204" pitchFamily="34" charset="0"/>
              <a:buNone/>
              <a:defRPr sz="2400">
                <a:solidFill>
                  <a:schemeClr val="bg1"/>
                </a:solidFill>
                <a:latin typeface="+mj-lt"/>
              </a:defRPr>
            </a:lvl1pPr>
            <a:lvl2pPr>
              <a:defRPr>
                <a:solidFill>
                  <a:schemeClr val="bg1"/>
                </a:solidFill>
                <a:latin typeface="+mj-lt"/>
              </a:defRPr>
            </a:lvl2pPr>
            <a:lvl3pPr>
              <a:defRPr>
                <a:solidFill>
                  <a:schemeClr val="bg1"/>
                </a:solidFill>
                <a:latin typeface="+mj-lt"/>
              </a:defRPr>
            </a:lvl3pPr>
            <a:lvl4pPr>
              <a:defRPr>
                <a:solidFill>
                  <a:schemeClr val="bg1"/>
                </a:solidFill>
                <a:latin typeface="+mj-lt"/>
              </a:defRPr>
            </a:lvl4pPr>
            <a:lvl5pPr>
              <a:defRPr>
                <a:solidFill>
                  <a:schemeClr val="bg1"/>
                </a:solidFill>
                <a:latin typeface="+mj-lt"/>
              </a:defRPr>
            </a:lvl5pPr>
          </a:lstStyle>
          <a:p>
            <a:pPr marL="15240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ts val="1200"/>
              <a:buFont typeface="Arial" panose="020B0604020202020204" pitchFamily="34" charset="0"/>
              <a:buNone/>
              <a:tabLst/>
              <a:defRPr/>
            </a:pPr>
            <a:r>
              <a:rPr lang="de-DE" dirty="0"/>
              <a:t>TITEL</a:t>
            </a:r>
          </a:p>
          <a:p>
            <a:pPr lvl="0"/>
            <a:endParaRPr lang="de-DE" dirty="0"/>
          </a:p>
          <a:p>
            <a:pPr lvl="0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51091777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columns 1" preserve="1">
  <p:cSld name="Three columns 1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576;p51">
            <a:extLst>
              <a:ext uri="{FF2B5EF4-FFF2-40B4-BE49-F238E27FC236}">
                <a16:creationId xmlns:a16="http://schemas.microsoft.com/office/drawing/2014/main" id="{7B4D81AF-9F93-020B-DAC1-678633502D7F}"/>
              </a:ext>
            </a:extLst>
          </p:cNvPr>
          <p:cNvPicPr preferRelativeResize="0"/>
          <p:nvPr/>
        </p:nvPicPr>
        <p:blipFill rotWithShape="1">
          <a:blip r:embed="rId2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981435" y="0"/>
            <a:ext cx="516255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Rechteck 5">
            <a:extLst>
              <a:ext uri="{FF2B5EF4-FFF2-40B4-BE49-F238E27FC236}">
                <a16:creationId xmlns:a16="http://schemas.microsoft.com/office/drawing/2014/main" id="{3A470588-4A9D-83D0-D935-9C5B13FACDA0}"/>
              </a:ext>
            </a:extLst>
          </p:cNvPr>
          <p:cNvSpPr/>
          <p:nvPr/>
        </p:nvSpPr>
        <p:spPr>
          <a:xfrm>
            <a:off x="595025" y="1034748"/>
            <a:ext cx="5026500" cy="3358800"/>
          </a:xfrm>
          <a:prstGeom prst="rect">
            <a:avLst/>
          </a:prstGeom>
          <a:solidFill>
            <a:srgbClr val="000000">
              <a:alpha val="50000"/>
            </a:srgbClr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de-DE" sz="1800" b="0" i="0" u="none" strike="noStrike" kern="1200" cap="none" spc="0" baseline="0" dirty="0">
              <a:solidFill>
                <a:srgbClr val="FFFFFF"/>
              </a:solidFill>
              <a:uFillTx/>
              <a:latin typeface="Calibri"/>
              <a:cs typeface="Rajdhani" panose="02000000000000000000" pitchFamily="2" charset="0"/>
            </a:endParaRPr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6AA50176-3412-0EF7-5820-EF1F9311F9D0}"/>
              </a:ext>
            </a:extLst>
          </p:cNvPr>
          <p:cNvSpPr txBox="1">
            <a:spLocks/>
          </p:cNvSpPr>
          <p:nvPr/>
        </p:nvSpPr>
        <p:spPr>
          <a:xfrm>
            <a:off x="1236926" y="1482775"/>
            <a:ext cx="5726900" cy="9361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ivvic"/>
              <a:buNone/>
              <a:defRPr sz="2400" b="0" i="0" u="none" strike="noStrike" cap="none">
                <a:solidFill>
                  <a:schemeClr val="bg1"/>
                </a:solidFill>
                <a:latin typeface="+mj-lt"/>
                <a:ea typeface="Livvic"/>
                <a:cs typeface="Livvic"/>
                <a:sym typeface="Livv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ivvic"/>
              <a:buNone/>
              <a:defRPr sz="2800" b="1" i="0" u="none" strike="noStrike" cap="none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ivvic"/>
              <a:buNone/>
              <a:defRPr sz="2800" b="1" i="0" u="none" strike="noStrike" cap="none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ivvic"/>
              <a:buNone/>
              <a:defRPr sz="2800" b="1" i="0" u="none" strike="noStrike" cap="none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ivvic"/>
              <a:buNone/>
              <a:defRPr sz="2800" b="1" i="0" u="none" strike="noStrike" cap="none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ivvic"/>
              <a:buNone/>
              <a:defRPr sz="2800" b="1" i="0" u="none" strike="noStrike" cap="none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ivvic"/>
              <a:buNone/>
              <a:defRPr sz="2800" b="1" i="0" u="none" strike="noStrike" cap="none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ivvic"/>
              <a:buNone/>
              <a:defRPr sz="2800" b="1" i="0" u="none" strike="noStrike" cap="none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ivvic"/>
              <a:buNone/>
              <a:defRPr sz="2800" b="1" i="0" u="none" strike="noStrike" cap="none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defRPr>
            </a:lvl9pPr>
          </a:lstStyle>
          <a:p>
            <a:r>
              <a:rPr lang="de-DE" dirty="0">
                <a:latin typeface="+mn-lt"/>
              </a:rPr>
              <a:t>THANKS</a:t>
            </a:r>
          </a:p>
        </p:txBody>
      </p:sp>
      <p:sp>
        <p:nvSpPr>
          <p:cNvPr id="5" name="Textplatzhalter 7">
            <a:extLst>
              <a:ext uri="{FF2B5EF4-FFF2-40B4-BE49-F238E27FC236}">
                <a16:creationId xmlns:a16="http://schemas.microsoft.com/office/drawing/2014/main" id="{6D46905C-BE51-338F-CCC0-828DA17E8E1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36925" y="1822315"/>
            <a:ext cx="4554273" cy="2752351"/>
          </a:xfrm>
        </p:spPr>
        <p:txBody>
          <a:bodyPr/>
          <a:lstStyle>
            <a:lvl1pPr marL="152400" indent="0" algn="l">
              <a:buClr>
                <a:schemeClr val="bg1"/>
              </a:buClr>
              <a:buFont typeface="Arial" panose="020B0604020202020204" pitchFamily="34" charset="0"/>
              <a:buNone/>
              <a:defRPr sz="1400">
                <a:solidFill>
                  <a:schemeClr val="bg1"/>
                </a:solidFill>
                <a:latin typeface="+mj-lt"/>
              </a:defRPr>
            </a:lvl1pPr>
            <a:lvl2pPr>
              <a:defRPr>
                <a:solidFill>
                  <a:schemeClr val="bg1"/>
                </a:solidFill>
                <a:latin typeface="+mj-lt"/>
              </a:defRPr>
            </a:lvl2pPr>
            <a:lvl3pPr>
              <a:defRPr>
                <a:solidFill>
                  <a:schemeClr val="bg1"/>
                </a:solidFill>
                <a:latin typeface="+mj-lt"/>
              </a:defRPr>
            </a:lvl3pPr>
            <a:lvl4pPr>
              <a:defRPr>
                <a:solidFill>
                  <a:schemeClr val="bg1"/>
                </a:solidFill>
                <a:latin typeface="+mj-lt"/>
              </a:defRPr>
            </a:lvl4pPr>
            <a:lvl5pPr>
              <a:defRPr>
                <a:solidFill>
                  <a:schemeClr val="bg1"/>
                </a:solidFill>
                <a:latin typeface="+mj-lt"/>
              </a:defRPr>
            </a:lvl5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>
                <a:solidFill>
                  <a:schemeClr val="lt1"/>
                </a:solidFill>
                <a:latin typeface="+mj-lt"/>
              </a:rPr>
              <a:t>Does anyone have any questions?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>
                <a:solidFill>
                  <a:schemeClr val="lt1"/>
                </a:solidFill>
                <a:latin typeface="+mj-lt"/>
              </a:rPr>
              <a:t>Ask Mona ;)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>
                <a:solidFill>
                  <a:schemeClr val="lt1"/>
                </a:solidFill>
                <a:latin typeface="+mj-lt"/>
              </a:rPr>
              <a:t>Follow the project updates!!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en-US" dirty="0">
              <a:solidFill>
                <a:schemeClr val="lt1"/>
              </a:solidFill>
              <a:latin typeface="+mj-l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>
                <a:solidFill>
                  <a:schemeClr val="lt1"/>
                </a:solidFill>
                <a:latin typeface="+mj-lt"/>
              </a:rPr>
              <a:t>Mona.fels@reinmedical.com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>
                <a:solidFill>
                  <a:schemeClr val="lt1"/>
                </a:solidFill>
                <a:latin typeface="+mj-lt"/>
              </a:rPr>
              <a:t>+02161 69 84 135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>
                <a:solidFill>
                  <a:schemeClr val="lt1"/>
                </a:solidFill>
                <a:latin typeface="+mj-lt"/>
              </a:rPr>
              <a:t>reinmedical.com</a:t>
            </a:r>
          </a:p>
          <a:p>
            <a:pPr lvl="0"/>
            <a:endParaRPr lang="de-DE" dirty="0"/>
          </a:p>
          <a:p>
            <a:pPr lvl="0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75386096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text 5" preserve="1" userDrawn="1">
  <p:cSld name="1_Title + text 5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Bildplatzhalter 8">
            <a:extLst>
              <a:ext uri="{FF2B5EF4-FFF2-40B4-BE49-F238E27FC236}">
                <a16:creationId xmlns:a16="http://schemas.microsoft.com/office/drawing/2014/main" id="{3F6E047B-5658-A712-0B85-C11EB10A6F2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09613" y="539750"/>
            <a:ext cx="2976300" cy="4059901"/>
          </a:xfrm>
          <a:prstGeom prst="rect">
            <a:avLst/>
          </a:prstGeom>
        </p:spPr>
        <p:txBody>
          <a:bodyPr/>
          <a:lstStyle/>
          <a:p>
            <a:r>
              <a:rPr lang="de-DE"/>
              <a:t>Bild durch Klicken auf Symbol hinzufügen</a:t>
            </a:r>
          </a:p>
        </p:txBody>
      </p:sp>
      <p:sp>
        <p:nvSpPr>
          <p:cNvPr id="5" name="Rechteck 5">
            <a:extLst>
              <a:ext uri="{FF2B5EF4-FFF2-40B4-BE49-F238E27FC236}">
                <a16:creationId xmlns:a16="http://schemas.microsoft.com/office/drawing/2014/main" id="{1C22DF33-A1B2-116E-C4B9-0D3257832F61}"/>
              </a:ext>
            </a:extLst>
          </p:cNvPr>
          <p:cNvSpPr/>
          <p:nvPr/>
        </p:nvSpPr>
        <p:spPr>
          <a:xfrm>
            <a:off x="7318468" y="541750"/>
            <a:ext cx="1115701" cy="4059901"/>
          </a:xfrm>
          <a:prstGeom prst="rect">
            <a:avLst/>
          </a:prstGeom>
          <a:solidFill>
            <a:srgbClr val="000000">
              <a:alpha val="50000"/>
            </a:srgbClr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de-DE" sz="1800" b="0" i="0" u="none" strike="noStrike" kern="1200" cap="none" spc="0" baseline="0" dirty="0">
              <a:solidFill>
                <a:srgbClr val="FFFFFF"/>
              </a:solidFill>
              <a:uFillTx/>
              <a:latin typeface="Calibri"/>
              <a:cs typeface="Rajdhani" panose="02000000000000000000" pitchFamily="2" charset="0"/>
            </a:endParaRPr>
          </a:p>
        </p:txBody>
      </p:sp>
      <p:sp>
        <p:nvSpPr>
          <p:cNvPr id="4" name="Rechteck 5">
            <a:extLst>
              <a:ext uri="{FF2B5EF4-FFF2-40B4-BE49-F238E27FC236}">
                <a16:creationId xmlns:a16="http://schemas.microsoft.com/office/drawing/2014/main" id="{AF0A0A1E-440A-9753-CE6B-0DBCC72B7C36}"/>
              </a:ext>
            </a:extLst>
          </p:cNvPr>
          <p:cNvSpPr/>
          <p:nvPr/>
        </p:nvSpPr>
        <p:spPr>
          <a:xfrm>
            <a:off x="3277840" y="4249515"/>
            <a:ext cx="1386118" cy="264357"/>
          </a:xfrm>
          <a:prstGeom prst="rect">
            <a:avLst/>
          </a:prstGeom>
          <a:solidFill>
            <a:srgbClr val="000000">
              <a:alpha val="50000"/>
            </a:srgbClr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de-DE" sz="1800" b="0" i="0" u="none" strike="noStrike" kern="1200" cap="none" spc="0" baseline="0" dirty="0">
              <a:solidFill>
                <a:srgbClr val="FFFFFF"/>
              </a:solidFill>
              <a:uFillTx/>
              <a:latin typeface="Calibri"/>
              <a:cs typeface="Rajdhani" panose="02000000000000000000" pitchFamily="2" charset="0"/>
            </a:endParaRP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1D0CE2BA-2183-CD23-A420-C726612FD506}"/>
              </a:ext>
            </a:extLst>
          </p:cNvPr>
          <p:cNvSpPr/>
          <p:nvPr/>
        </p:nvSpPr>
        <p:spPr>
          <a:xfrm>
            <a:off x="4199733" y="539750"/>
            <a:ext cx="2976300" cy="4079932"/>
          </a:xfrm>
          <a:prstGeom prst="rect">
            <a:avLst/>
          </a:prstGeom>
          <a:solidFill>
            <a:srgbClr val="000000">
              <a:alpha val="50000"/>
            </a:srgbClr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de-DE" sz="1800" b="0" i="0" u="none" strike="noStrike" kern="1200" cap="none" spc="0" baseline="0" dirty="0">
              <a:solidFill>
                <a:srgbClr val="FFFFFF"/>
              </a:solidFill>
              <a:uFillTx/>
              <a:latin typeface="Calibri"/>
              <a:cs typeface="Rajdhani" panose="02000000000000000000" pitchFamily="2" charset="0"/>
            </a:endParaRPr>
          </a:p>
        </p:txBody>
      </p:sp>
      <p:sp>
        <p:nvSpPr>
          <p:cNvPr id="11" name="Textplatzhalter 7">
            <a:extLst>
              <a:ext uri="{FF2B5EF4-FFF2-40B4-BE49-F238E27FC236}">
                <a16:creationId xmlns:a16="http://schemas.microsoft.com/office/drawing/2014/main" id="{517C19E4-42BB-E0E4-FE02-80F2B71B2EA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108608" y="4199464"/>
            <a:ext cx="1258136" cy="338517"/>
          </a:xfrm>
          <a:prstGeom prst="rect">
            <a:avLst/>
          </a:prstGeom>
        </p:spPr>
        <p:txBody>
          <a:bodyPr/>
          <a:lstStyle>
            <a:lvl1pPr marL="152400" indent="0" algn="l">
              <a:buClr>
                <a:schemeClr val="bg1"/>
              </a:buClr>
              <a:buFont typeface="Arial" panose="020B0604020202020204" pitchFamily="34" charset="0"/>
              <a:buNone/>
              <a:defRPr sz="1000">
                <a:solidFill>
                  <a:schemeClr val="bg1"/>
                </a:solidFill>
                <a:latin typeface="+mj-lt"/>
              </a:defRPr>
            </a:lvl1pPr>
            <a:lvl2pPr>
              <a:defRPr>
                <a:solidFill>
                  <a:schemeClr val="bg1"/>
                </a:solidFill>
                <a:latin typeface="+mj-lt"/>
              </a:defRPr>
            </a:lvl2pPr>
            <a:lvl3pPr>
              <a:defRPr>
                <a:solidFill>
                  <a:schemeClr val="bg1"/>
                </a:solidFill>
                <a:latin typeface="+mj-lt"/>
              </a:defRPr>
            </a:lvl3pPr>
            <a:lvl4pPr>
              <a:defRPr>
                <a:solidFill>
                  <a:schemeClr val="bg1"/>
                </a:solidFill>
                <a:latin typeface="+mj-lt"/>
              </a:defRPr>
            </a:lvl4pPr>
            <a:lvl5pPr>
              <a:defRPr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de-DE" dirty="0"/>
              <a:t>Name</a:t>
            </a:r>
          </a:p>
          <a:p>
            <a:pPr lvl="0"/>
            <a:endParaRPr lang="de-DE" dirty="0"/>
          </a:p>
        </p:txBody>
      </p:sp>
      <p:sp>
        <p:nvSpPr>
          <p:cNvPr id="13" name="Textplatzhalter 7">
            <a:extLst>
              <a:ext uri="{FF2B5EF4-FFF2-40B4-BE49-F238E27FC236}">
                <a16:creationId xmlns:a16="http://schemas.microsoft.com/office/drawing/2014/main" id="{CA87591C-CF53-3F59-FC83-4C21AA42C58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178488" y="1671236"/>
            <a:ext cx="2472014" cy="2271712"/>
          </a:xfrm>
          <a:prstGeom prst="rect">
            <a:avLst/>
          </a:prstGeom>
        </p:spPr>
        <p:txBody>
          <a:bodyPr/>
          <a:lstStyle>
            <a:lvl1pPr marL="323850" indent="-171450" algn="l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  <a:latin typeface="+mj-lt"/>
              </a:defRPr>
            </a:lvl1pPr>
            <a:lvl2pPr>
              <a:defRPr>
                <a:solidFill>
                  <a:schemeClr val="bg1"/>
                </a:solidFill>
                <a:latin typeface="+mj-lt"/>
              </a:defRPr>
            </a:lvl2pPr>
            <a:lvl3pPr>
              <a:defRPr>
                <a:solidFill>
                  <a:schemeClr val="bg1"/>
                </a:solidFill>
                <a:latin typeface="+mj-lt"/>
              </a:defRPr>
            </a:lvl3pPr>
            <a:lvl4pPr>
              <a:defRPr>
                <a:solidFill>
                  <a:schemeClr val="bg1"/>
                </a:solidFill>
                <a:latin typeface="+mj-lt"/>
              </a:defRPr>
            </a:lvl4pPr>
            <a:lvl5pPr>
              <a:defRPr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2" name="Textplatzhalter 7">
            <a:extLst>
              <a:ext uri="{FF2B5EF4-FFF2-40B4-BE49-F238E27FC236}">
                <a16:creationId xmlns:a16="http://schemas.microsoft.com/office/drawing/2014/main" id="{B03C1ECA-7D4C-9D66-2242-66AA5035F6F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199733" y="629628"/>
            <a:ext cx="2491872" cy="449912"/>
          </a:xfrm>
          <a:prstGeom prst="rect">
            <a:avLst/>
          </a:prstGeom>
        </p:spPr>
        <p:txBody>
          <a:bodyPr/>
          <a:lstStyle>
            <a:lvl1pPr marL="152400" indent="0" algn="l">
              <a:buClr>
                <a:schemeClr val="bg1"/>
              </a:buClr>
              <a:buFont typeface="Arial" panose="020B0604020202020204" pitchFamily="34" charset="0"/>
              <a:buNone/>
              <a:defRPr sz="2400">
                <a:solidFill>
                  <a:schemeClr val="bg1"/>
                </a:solidFill>
                <a:latin typeface="+mj-lt"/>
              </a:defRPr>
            </a:lvl1pPr>
            <a:lvl2pPr>
              <a:defRPr>
                <a:solidFill>
                  <a:schemeClr val="bg1"/>
                </a:solidFill>
                <a:latin typeface="+mj-lt"/>
              </a:defRPr>
            </a:lvl2pPr>
            <a:lvl3pPr>
              <a:defRPr>
                <a:solidFill>
                  <a:schemeClr val="bg1"/>
                </a:solidFill>
                <a:latin typeface="+mj-lt"/>
              </a:defRPr>
            </a:lvl3pPr>
            <a:lvl4pPr>
              <a:defRPr>
                <a:solidFill>
                  <a:schemeClr val="bg1"/>
                </a:solidFill>
                <a:latin typeface="+mj-lt"/>
              </a:defRPr>
            </a:lvl4pPr>
            <a:lvl5pPr>
              <a:defRPr>
                <a:solidFill>
                  <a:schemeClr val="bg1"/>
                </a:solidFill>
                <a:latin typeface="+mj-lt"/>
              </a:defRPr>
            </a:lvl5pPr>
          </a:lstStyle>
          <a:p>
            <a:pPr marL="15240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ts val="1200"/>
              <a:buFont typeface="Arial" panose="020B0604020202020204" pitchFamily="34" charset="0"/>
              <a:buNone/>
              <a:tabLst/>
              <a:defRPr/>
            </a:pPr>
            <a:r>
              <a:rPr lang="de-DE" dirty="0"/>
              <a:t>TITEL</a:t>
            </a:r>
          </a:p>
          <a:p>
            <a:pPr marL="15240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ts val="1200"/>
              <a:buFont typeface="Arial" panose="020B0604020202020204" pitchFamily="34" charset="0"/>
              <a:buNone/>
              <a:tabLst/>
              <a:defRPr/>
            </a:pPr>
            <a:r>
              <a:rPr lang="de-DE" dirty="0"/>
              <a:t>Beispiel</a:t>
            </a:r>
          </a:p>
          <a:p>
            <a:pPr lvl="0"/>
            <a:endParaRPr lang="de-DE" dirty="0"/>
          </a:p>
          <a:p>
            <a:pPr lvl="0"/>
            <a:endParaRPr lang="de-DE" dirty="0"/>
          </a:p>
        </p:txBody>
      </p:sp>
      <p:sp>
        <p:nvSpPr>
          <p:cNvPr id="3" name="Google Shape;236;p35">
            <a:extLst>
              <a:ext uri="{FF2B5EF4-FFF2-40B4-BE49-F238E27FC236}">
                <a16:creationId xmlns:a16="http://schemas.microsoft.com/office/drawing/2014/main" id="{5A3244F8-984E-C6AE-5DFB-58F86DB926F0}"/>
              </a:ext>
            </a:extLst>
          </p:cNvPr>
          <p:cNvSpPr txBox="1">
            <a:spLocks/>
          </p:cNvSpPr>
          <p:nvPr userDrawn="1"/>
        </p:nvSpPr>
        <p:spPr>
          <a:xfrm rot="5400000">
            <a:off x="6406396" y="1904246"/>
            <a:ext cx="2889250" cy="5952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ivvic"/>
              <a:buNone/>
              <a:defRPr sz="2800" b="1" i="0" u="none" strike="noStrike" cap="none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defRPr>
            </a:lvl1pPr>
            <a:lvl2pPr marR="0" lvl="1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ivvic"/>
              <a:buNone/>
              <a:defRPr sz="2800" b="1" i="0" u="none" strike="noStrike" cap="none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defRPr>
            </a:lvl2pPr>
            <a:lvl3pPr marR="0" lvl="2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ivvic"/>
              <a:buNone/>
              <a:defRPr sz="2800" b="1" i="0" u="none" strike="noStrike" cap="none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defRPr>
            </a:lvl3pPr>
            <a:lvl4pPr marR="0" lvl="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ivvic"/>
              <a:buNone/>
              <a:defRPr sz="2800" b="1" i="0" u="none" strike="noStrike" cap="none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defRPr>
            </a:lvl4pPr>
            <a:lvl5pPr marR="0" lvl="4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ivvic"/>
              <a:buNone/>
              <a:defRPr sz="2800" b="1" i="0" u="none" strike="noStrike" cap="none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ivvic"/>
              <a:buNone/>
              <a:defRPr sz="2800" b="1" i="0" u="none" strike="noStrike" cap="none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ivvic"/>
              <a:buNone/>
              <a:defRPr sz="2800" b="1" i="0" u="none" strike="noStrike" cap="none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ivvic"/>
              <a:buNone/>
              <a:defRPr sz="2800" b="1" i="0" u="none" strike="noStrike" cap="none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ivvic"/>
              <a:buNone/>
              <a:defRPr sz="2800" b="1" i="0" u="none" strike="noStrike" cap="none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defRPr>
            </a:lvl9pPr>
          </a:lstStyle>
          <a:p>
            <a:endParaRPr lang="de-DE" b="0" dirty="0">
              <a:solidFill>
                <a:schemeClr val="lt1"/>
              </a:solidFill>
              <a:latin typeface="+mj-lt"/>
            </a:endParaRPr>
          </a:p>
        </p:txBody>
      </p:sp>
      <p:sp>
        <p:nvSpPr>
          <p:cNvPr id="7" name="Titel 3">
            <a:extLst>
              <a:ext uri="{FF2B5EF4-FFF2-40B4-BE49-F238E27FC236}">
                <a16:creationId xmlns:a16="http://schemas.microsoft.com/office/drawing/2014/main" id="{77D69C83-E844-D664-7156-88A7A00231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 rot="5400000">
            <a:off x="6258280" y="2052590"/>
            <a:ext cx="3185482" cy="595234"/>
          </a:xfrm>
          <a:prstGeom prst="rect">
            <a:avLst/>
          </a:prstGeom>
        </p:spPr>
        <p:txBody>
          <a:bodyPr/>
          <a:lstStyle>
            <a:lvl1pPr>
              <a:defRPr sz="2400" b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" b="0" dirty="0">
                <a:solidFill>
                  <a:schemeClr val="lt1"/>
                </a:solidFill>
                <a:latin typeface="+mj-lt"/>
              </a:rPr>
              <a:t>OUR TEAM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63567348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our columns 1" userDrawn="1">
  <p:cSld name="1_Four columns 1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3352858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our columns 1" preserve="1" userDrawn="1">
  <p:cSld name="1_Four columns 1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95916734-5916-E3F3-D248-6395096EBD4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308927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Relationship Id="rId15" Type="http://schemas.openxmlformats.org/officeDocument/2006/relationships/image" Target="../media/image1.png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9.xml"/><Relationship Id="rId7" Type="http://schemas.openxmlformats.org/officeDocument/2006/relationships/slideLayout" Target="../slideLayouts/slideLayout20.xml"/><Relationship Id="rId8" Type="http://schemas.openxmlformats.org/officeDocument/2006/relationships/slideLayout" Target="../slideLayouts/slideLayout21.xml"/><Relationship Id="rId9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3.xml"/><Relationship Id="rId11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5.xml"/><Relationship Id="rId13" Type="http://schemas.openxmlformats.org/officeDocument/2006/relationships/slideLayout" Target="../slideLayouts/slideLayout26.xml"/><Relationship Id="rId14" Type="http://schemas.openxmlformats.org/officeDocument/2006/relationships/slideLayout" Target="../slideLayouts/slideLayout27.xml"/><Relationship Id="rId15" Type="http://schemas.openxmlformats.org/officeDocument/2006/relationships/slideLayout" Target="../slideLayouts/slideLayout28.xml"/><Relationship Id="rId16" Type="http://schemas.openxmlformats.org/officeDocument/2006/relationships/slideLayout" Target="../slideLayouts/slideLayout29.xml"/><Relationship Id="rId17" Type="http://schemas.openxmlformats.org/officeDocument/2006/relationships/theme" Target="../theme/theme2.xml"/><Relationship Id="rId18" Type="http://schemas.openxmlformats.org/officeDocument/2006/relationships/image" Target="../media/image5.jpeg"/><Relationship Id="rId19" Type="http://schemas.openxmlformats.org/officeDocument/2006/relationships/image" Target="../media/image6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 descr="Ein Bild, das Schrift, Text, Screenshot, Grafiken enthält.&#10;&#10;KI-generierte Inhalte können fehlerhaft sein.">
            <a:extLst>
              <a:ext uri="{FF2B5EF4-FFF2-40B4-BE49-F238E27FC236}">
                <a16:creationId xmlns:a16="http://schemas.microsoft.com/office/drawing/2014/main" id="{88192317-9916-A1EB-E85E-A3DC6E69A21A}"/>
              </a:ext>
            </a:extLst>
          </p:cNvPr>
          <p:cNvPicPr>
            <a:picLocks noChangeAspect="1"/>
          </p:cNvPicPr>
          <p:nvPr userDrawn="1"/>
        </p:nvPicPr>
        <p:blipFill>
          <a:blip r:embed="rId15"/>
          <a:stretch>
            <a:fillRect/>
          </a:stretch>
        </p:blipFill>
        <p:spPr>
          <a:xfrm>
            <a:off x="7486650" y="206724"/>
            <a:ext cx="1509972" cy="308188"/>
          </a:xfrm>
          <a:prstGeom prst="rect">
            <a:avLst/>
          </a:prstGeom>
        </p:spPr>
      </p:pic>
      <p:sp>
        <p:nvSpPr>
          <p:cNvPr id="11" name="Datumsplatzhalter 1">
            <a:extLst>
              <a:ext uri="{FF2B5EF4-FFF2-40B4-BE49-F238E27FC236}">
                <a16:creationId xmlns:a16="http://schemas.microsoft.com/office/drawing/2014/main" id="{0F1E42CF-579C-6363-E648-3DDA48CC56B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>
            <a:lvl1pPr>
              <a:defRPr>
                <a:latin typeface="+mj-lt"/>
                <a:cs typeface="Rajdhani" panose="02000000000000000000" pitchFamily="2" charset="0"/>
              </a:defRPr>
            </a:lvl1pPr>
          </a:lstStyle>
          <a:p>
            <a:fld id="{96019094-8B4B-4F6D-AE95-567C818C7CA1}" type="datetimeFigureOut">
              <a:rPr lang="de-DE" smtClean="0"/>
              <a:pPr/>
              <a:t>19.06.2026</a:t>
            </a:fld>
            <a:endParaRPr lang="de-DE" dirty="0"/>
          </a:p>
        </p:txBody>
      </p:sp>
      <p:sp>
        <p:nvSpPr>
          <p:cNvPr id="12" name="Fußzeilenplatzhalter 2">
            <a:extLst>
              <a:ext uri="{FF2B5EF4-FFF2-40B4-BE49-F238E27FC236}">
                <a16:creationId xmlns:a16="http://schemas.microsoft.com/office/drawing/2014/main" id="{1F088D16-A699-EFD3-6174-88A54216A2B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>
            <a:lvl1pPr>
              <a:defRPr>
                <a:latin typeface="+mj-lt"/>
                <a:cs typeface="Rajdhani" panose="02000000000000000000" pitchFamily="2" charset="0"/>
              </a:defRPr>
            </a:lvl1pPr>
          </a:lstStyle>
          <a:p>
            <a:endParaRPr lang="de-DE" dirty="0"/>
          </a:p>
        </p:txBody>
      </p:sp>
      <p:sp>
        <p:nvSpPr>
          <p:cNvPr id="13" name="Foliennummernplatzhalter 3">
            <a:extLst>
              <a:ext uri="{FF2B5EF4-FFF2-40B4-BE49-F238E27FC236}">
                <a16:creationId xmlns:a16="http://schemas.microsoft.com/office/drawing/2014/main" id="{AE5812E8-35B3-D54F-7ABB-AE3CEBF665E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>
            <a:lvl1pPr>
              <a:defRPr>
                <a:latin typeface="+mj-lt"/>
                <a:cs typeface="Rajdhani" panose="02000000000000000000" pitchFamily="2" charset="0"/>
              </a:defRPr>
            </a:lvl1pPr>
          </a:lstStyle>
          <a:p>
            <a:fld id="{55BEE040-1334-44C3-B89B-A8F9A7BD0494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8718122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36" r:id="rId1"/>
    <p:sldLayoutId id="2147483837" r:id="rId2"/>
    <p:sldLayoutId id="2147483838" r:id="rId3"/>
    <p:sldLayoutId id="2147483839" r:id="rId4"/>
    <p:sldLayoutId id="2147483840" r:id="rId5"/>
    <p:sldLayoutId id="2147483841" r:id="rId6"/>
    <p:sldLayoutId id="2147483842" r:id="rId7"/>
    <p:sldLayoutId id="2147483843" r:id="rId8"/>
    <p:sldLayoutId id="2147483844" r:id="rId9"/>
    <p:sldLayoutId id="2147483845" r:id="rId10"/>
    <p:sldLayoutId id="2147483846" r:id="rId11"/>
    <p:sldLayoutId id="2147483847" r:id="rId12"/>
    <p:sldLayoutId id="2147483848" r:id="rId13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Rajdhani" panose="02000000000000000000" pitchFamily="2" charset="0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Rajdhani" panose="02000000000000000000" pitchFamily="2" charset="0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Rajdhani" panose="02000000000000000000" pitchFamily="2" charset="0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Rajdhani" panose="02000000000000000000" pitchFamily="2" charset="0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Rajdhani" panose="02000000000000000000" pitchFamily="2" charset="0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Rajdhani" panose="02000000000000000000" pitchFamily="2" charset="0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ivvic"/>
              <a:buNone/>
              <a:defRPr sz="2800" b="1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ivvic"/>
              <a:buNone/>
              <a:defRPr sz="2800" b="1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ivvic"/>
              <a:buNone/>
              <a:defRPr sz="2800" b="1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ivvic"/>
              <a:buNone/>
              <a:defRPr sz="2800" b="1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ivvic"/>
              <a:buNone/>
              <a:defRPr sz="2800" b="1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ivvic"/>
              <a:buNone/>
              <a:defRPr sz="2800" b="1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ivvic"/>
              <a:buNone/>
              <a:defRPr sz="2800" b="1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ivvic"/>
              <a:buNone/>
              <a:defRPr sz="2800" b="1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ivvic"/>
              <a:buNone/>
              <a:defRPr sz="2800" b="1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defRPr>
            </a:lvl9pPr>
          </a:lstStyle>
          <a:p>
            <a:endParaRPr dirty="0"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tamaran Light"/>
              <a:buChar char="●"/>
              <a:defRPr sz="1200">
                <a:solidFill>
                  <a:schemeClr val="dk1"/>
                </a:solidFill>
                <a:latin typeface="Catamaran Light"/>
                <a:ea typeface="Catamaran Light"/>
                <a:cs typeface="Catamaran Light"/>
                <a:sym typeface="Catamaran Light"/>
              </a:defRPr>
            </a:lvl1pPr>
            <a:lvl2pPr marL="914400" lvl="1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tamaran Light"/>
              <a:buChar char="○"/>
              <a:defRPr sz="1200">
                <a:solidFill>
                  <a:schemeClr val="dk1"/>
                </a:solidFill>
                <a:latin typeface="Catamaran Light"/>
                <a:ea typeface="Catamaran Light"/>
                <a:cs typeface="Catamaran Light"/>
                <a:sym typeface="Catamaran Light"/>
              </a:defRPr>
            </a:lvl2pPr>
            <a:lvl3pPr marL="1371600" lvl="2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tamaran Light"/>
              <a:buChar char="■"/>
              <a:defRPr sz="1200">
                <a:solidFill>
                  <a:schemeClr val="dk1"/>
                </a:solidFill>
                <a:latin typeface="Catamaran Light"/>
                <a:ea typeface="Catamaran Light"/>
                <a:cs typeface="Catamaran Light"/>
                <a:sym typeface="Catamaran Light"/>
              </a:defRPr>
            </a:lvl3pPr>
            <a:lvl4pPr marL="1828800" lvl="3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tamaran Light"/>
              <a:buChar char="●"/>
              <a:defRPr sz="1200">
                <a:solidFill>
                  <a:schemeClr val="dk1"/>
                </a:solidFill>
                <a:latin typeface="Catamaran Light"/>
                <a:ea typeface="Catamaran Light"/>
                <a:cs typeface="Catamaran Light"/>
                <a:sym typeface="Catamaran Light"/>
              </a:defRPr>
            </a:lvl4pPr>
            <a:lvl5pPr marL="2286000" lvl="4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tamaran Light"/>
              <a:buChar char="○"/>
              <a:defRPr sz="1200">
                <a:solidFill>
                  <a:schemeClr val="dk1"/>
                </a:solidFill>
                <a:latin typeface="Catamaran Light"/>
                <a:ea typeface="Catamaran Light"/>
                <a:cs typeface="Catamaran Light"/>
                <a:sym typeface="Catamaran Light"/>
              </a:defRPr>
            </a:lvl5pPr>
            <a:lvl6pPr marL="2743200" lvl="5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tamaran Light"/>
              <a:buChar char="■"/>
              <a:defRPr sz="1200">
                <a:solidFill>
                  <a:schemeClr val="dk1"/>
                </a:solidFill>
                <a:latin typeface="Catamaran Light"/>
                <a:ea typeface="Catamaran Light"/>
                <a:cs typeface="Catamaran Light"/>
                <a:sym typeface="Catamaran Light"/>
              </a:defRPr>
            </a:lvl6pPr>
            <a:lvl7pPr marL="3200400" lvl="6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tamaran Light"/>
              <a:buChar char="●"/>
              <a:defRPr sz="1200">
                <a:solidFill>
                  <a:schemeClr val="dk1"/>
                </a:solidFill>
                <a:latin typeface="Catamaran Light"/>
                <a:ea typeface="Catamaran Light"/>
                <a:cs typeface="Catamaran Light"/>
                <a:sym typeface="Catamaran Light"/>
              </a:defRPr>
            </a:lvl7pPr>
            <a:lvl8pPr marL="3657600" lvl="7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tamaran Light"/>
              <a:buChar char="○"/>
              <a:defRPr sz="1200">
                <a:solidFill>
                  <a:schemeClr val="dk1"/>
                </a:solidFill>
                <a:latin typeface="Catamaran Light"/>
                <a:ea typeface="Catamaran Light"/>
                <a:cs typeface="Catamaran Light"/>
                <a:sym typeface="Catamaran Light"/>
              </a:defRPr>
            </a:lvl8pPr>
            <a:lvl9pPr marL="4114800" lvl="8" indent="-30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200"/>
              <a:buFont typeface="Catamaran Light"/>
              <a:buChar char="■"/>
              <a:defRPr sz="1200">
                <a:solidFill>
                  <a:schemeClr val="dk1"/>
                </a:solidFill>
                <a:latin typeface="Catamaran Light"/>
                <a:ea typeface="Catamaran Light"/>
                <a:cs typeface="Catamaran Light"/>
                <a:sym typeface="Catamaran Light"/>
              </a:defRPr>
            </a:lvl9pPr>
          </a:lstStyle>
          <a:p>
            <a:endParaRPr dirty="0"/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68097178-54C8-105F-0872-9D8A1A1E2FA2}"/>
              </a:ext>
            </a:extLst>
          </p:cNvPr>
          <p:cNvPicPr>
            <a:picLocks noChangeAspect="1"/>
          </p:cNvPicPr>
          <p:nvPr/>
        </p:nvPicPr>
        <p:blipFill>
          <a:blip r:embed="rId1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5" name="Grafik 4" descr="Ein Bild, das Text, Schrift, Screenshot, Grafiken enthält.&#10;&#10;KI-generierte Inhalte können fehlerhaft sein.">
            <a:extLst>
              <a:ext uri="{FF2B5EF4-FFF2-40B4-BE49-F238E27FC236}">
                <a16:creationId xmlns:a16="http://schemas.microsoft.com/office/drawing/2014/main" id="{A31A6B5B-D119-D7BA-9434-ACAF32B5802A}"/>
              </a:ext>
            </a:extLst>
          </p:cNvPr>
          <p:cNvPicPr>
            <a:picLocks noChangeAspect="1"/>
          </p:cNvPicPr>
          <p:nvPr userDrawn="1"/>
        </p:nvPicPr>
        <p:blipFill>
          <a:blip r:embed="rId19"/>
          <a:stretch>
            <a:fillRect/>
          </a:stretch>
        </p:blipFill>
        <p:spPr>
          <a:xfrm>
            <a:off x="7616612" y="170308"/>
            <a:ext cx="1371538" cy="2799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9129912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850" r:id="rId1"/>
    <p:sldLayoutId id="2147483851" r:id="rId2"/>
    <p:sldLayoutId id="2147483852" r:id="rId3"/>
    <p:sldLayoutId id="2147483853" r:id="rId4"/>
    <p:sldLayoutId id="2147483854" r:id="rId5"/>
    <p:sldLayoutId id="2147483855" r:id="rId6"/>
    <p:sldLayoutId id="2147483856" r:id="rId7"/>
    <p:sldLayoutId id="2147483857" r:id="rId8"/>
    <p:sldLayoutId id="2147483858" r:id="rId9"/>
    <p:sldLayoutId id="2147483859" r:id="rId10"/>
    <p:sldLayoutId id="2147483860" r:id="rId11"/>
    <p:sldLayoutId id="2147483861" r:id="rId12"/>
    <p:sldLayoutId id="2147483862" r:id="rId13"/>
    <p:sldLayoutId id="2147483803" r:id="rId14"/>
    <p:sldLayoutId id="2147483863" r:id="rId15"/>
    <p:sldLayoutId id="2147483864" r:id="rId16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Rajdhani" panose="02000000000000000000" pitchFamily="2" charset="0"/>
          <a:ea typeface="Rajdhani" panose="02000000000000000000" pitchFamily="2" charset="0"/>
          <a:cs typeface="Rajdhani" panose="02000000000000000000" pitchFamily="2" charset="0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L="152400" marR="0" lvl="0" indent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jpg"/><Relationship Id="rId4" Type="http://schemas.openxmlformats.org/officeDocument/2006/relationships/image" Target="../media/image9.png"/><Relationship Id="rId5" Type="http://schemas.microsoft.com/office/2007/relationships/hdphoto" Target="../media/hdphoto1.wdp"/><Relationship Id="rId6" Type="http://schemas.openxmlformats.org/officeDocument/2006/relationships/image" Target="../media/image6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0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fik 6">
            <a:extLst>
              <a:ext uri="{FF2B5EF4-FFF2-40B4-BE49-F238E27FC236}">
                <a16:creationId xmlns:a16="http://schemas.microsoft.com/office/drawing/2014/main" id="{35A507E3-7242-65F4-96E9-513C48600B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FF65D86B-CF0C-E7B1-9D4E-AFCE801B0F8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-24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775747" y="-580572"/>
            <a:ext cx="7368251" cy="5735629"/>
          </a:xfrm>
          <a:prstGeom prst="rect">
            <a:avLst/>
          </a:prstGeom>
        </p:spPr>
      </p:pic>
      <p:sp>
        <p:nvSpPr>
          <p:cNvPr id="2" name="Rechteck 1">
            <a:extLst>
              <a:ext uri="{FF2B5EF4-FFF2-40B4-BE49-F238E27FC236}">
                <a16:creationId xmlns:a16="http://schemas.microsoft.com/office/drawing/2014/main" id="{83A150A1-55BA-B9C2-4899-8B72205CB073}"/>
              </a:ext>
            </a:extLst>
          </p:cNvPr>
          <p:cNvSpPr/>
          <p:nvPr/>
        </p:nvSpPr>
        <p:spPr>
          <a:xfrm>
            <a:off x="-734257" y="892349"/>
            <a:ext cx="7162271" cy="3358800"/>
          </a:xfrm>
          <a:prstGeom prst="rect">
            <a:avLst/>
          </a:prstGeom>
          <a:solidFill>
            <a:schemeClr val="accent2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noProof="0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AC354F57-9DA8-995D-83B5-6B714D78D1E7}"/>
              </a:ext>
            </a:extLst>
          </p:cNvPr>
          <p:cNvSpPr txBox="1"/>
          <p:nvPr/>
        </p:nvSpPr>
        <p:spPr>
          <a:xfrm>
            <a:off x="1656002" y="2389644"/>
            <a:ext cx="46264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52400" indent="0">
              <a:buNone/>
            </a:pPr>
            <a:r>
              <a:rPr sz="3000" b="1">
                <a:solidFill>
                  <a:srgbClr val="FFFFFF"/>
                </a:solidFill>
                <a:latin typeface="Calibri Light"/>
              </a:rPr>
              <a:t>Audio KI im OP</a:t>
            </a:r>
          </a:p>
          <a:p>
            <a:r>
              <a:rPr sz="1400">
                <a:solidFill>
                  <a:srgbClr val="FFFFFF"/>
                </a:solidFill>
                <a:latin typeface="Calibri"/>
              </a:rPr>
              <a:t>Sprache automatisch dokumentieren – Vorschlag zur Markt-Validierung</a:t>
            </a:r>
          </a:p>
        </p:txBody>
      </p:sp>
      <p:pic>
        <p:nvPicPr>
          <p:cNvPr id="4" name="Grafik 3" descr="Ein Bild, das Text, Schrift, Screenshot, Grafiken enthält.&#10;&#10;KI-generierte Inhalte können fehlerhaft sein.">
            <a:extLst>
              <a:ext uri="{FF2B5EF4-FFF2-40B4-BE49-F238E27FC236}">
                <a16:creationId xmlns:a16="http://schemas.microsoft.com/office/drawing/2014/main" id="{693D94A4-A9A0-4FB2-5CCB-0AAF7A1E7A6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94518" y="1681099"/>
            <a:ext cx="2370890" cy="483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6078259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652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556D96"/>
                </a:solidFill>
                <a:latin typeface="Calibri"/>
              </a:rPr>
              <a:t>DIE IDEE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8229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26529E"/>
                </a:solidFill>
                <a:latin typeface="Calibri Light"/>
              </a:rPr>
              <a:t>Was wir bauen wollen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25880"/>
            <a:ext cx="2194560" cy="31750"/>
          </a:xfrm>
          <a:prstGeom prst="rect">
            <a:avLst/>
          </a:prstGeom>
          <a:solidFill>
            <a:srgbClr val="A9B9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81381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434343"/>
                </a:solidFill>
                <a:latin typeface="Calibri"/>
              </a:rPr>
              <a:t>Das im OP Gesprochene wird automatisch in Text umgewandelt und </a:t>
            </a:r>
            <a:r>
              <a:rPr sz="1600" b="1">
                <a:solidFill>
                  <a:srgbClr val="26529E"/>
                </a:solidFill>
                <a:latin typeface="Calibri"/>
              </a:rPr>
              <a:t>per API direkt in unsere Software</a:t>
            </a:r>
            <a:r>
              <a:rPr sz="1600" b="0">
                <a:solidFill>
                  <a:srgbClr val="434343"/>
                </a:solidFill>
                <a:latin typeface="Calibri"/>
              </a:rPr>
              <a:t> integriert – kein weiteres Insel-System.</a:t>
            </a:r>
          </a:p>
        </p:txBody>
      </p:sp>
      <p:pic>
        <p:nvPicPr>
          <p:cNvPr id="7" name="Picture 6" descr="ide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331720"/>
            <a:ext cx="7589519" cy="210312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0" y="4846320"/>
            <a:ext cx="9144000" cy="15240"/>
          </a:xfrm>
          <a:prstGeom prst="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4882896"/>
            <a:ext cx="6400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Calibri"/>
              </a:rPr>
              <a:t>Audio KI im OP  ·  vertraulich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4882896"/>
            <a:ext cx="548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>
                <a:solidFill>
                  <a:srgbClr val="556D96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652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556D96"/>
                </a:solidFill>
                <a:latin typeface="Calibri"/>
              </a:rPr>
              <a:t>MARKT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8229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26529E"/>
                </a:solidFill>
                <a:latin typeface="Calibri Light"/>
              </a:rPr>
              <a:t>Ein großer, stark wachsender Markt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25880"/>
            <a:ext cx="2194560" cy="31750"/>
          </a:xfrm>
          <a:prstGeom prst="rect">
            <a:avLst/>
          </a:prstGeom>
          <a:solidFill>
            <a:srgbClr val="A9B9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mark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0040" y="1554480"/>
            <a:ext cx="5523918" cy="29718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309360" y="1783080"/>
            <a:ext cx="2743200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1">
                <a:solidFill>
                  <a:srgbClr val="26529E"/>
                </a:solidFill>
                <a:latin typeface="Calibri Light"/>
              </a:rPr>
              <a:t>≈ 18 Mrd. €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434343"/>
                </a:solidFill>
                <a:latin typeface="Calibri"/>
              </a:rPr>
              <a:t>Microsoft kaufte Marktführer Nuance</a:t>
            </a:r>
          </a:p>
          <a:p>
            <a:pPr algn="l">
              <a:spcAft>
                <a:spcPts val="200"/>
              </a:spcAft>
            </a:pPr>
            <a:r>
              <a:rPr sz="600" b="0">
                <a:solidFill>
                  <a:srgbClr val="434343"/>
                </a:solidFill>
                <a:latin typeface="Calibri"/>
              </a:rPr>
              <a:t> </a:t>
            </a:r>
          </a:p>
          <a:p>
            <a:pPr algn="l">
              <a:spcAft>
                <a:spcPts val="200"/>
              </a:spcAft>
            </a:pPr>
            <a:r>
              <a:rPr sz="2200" b="1">
                <a:solidFill>
                  <a:srgbClr val="26529E"/>
                </a:solidFill>
                <a:latin typeface="Calibri Light"/>
              </a:rPr>
              <a:t>+12 % p.a.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434343"/>
                </a:solidFill>
                <a:latin typeface="Calibri"/>
              </a:rPr>
              <a:t>Wachstum medizinische Spracherkennung</a:t>
            </a:r>
          </a:p>
          <a:p>
            <a:pPr algn="l">
              <a:spcAft>
                <a:spcPts val="200"/>
              </a:spcAft>
            </a:pPr>
            <a:r>
              <a:rPr sz="600" b="0">
                <a:solidFill>
                  <a:srgbClr val="434343"/>
                </a:solidFill>
                <a:latin typeface="Calibri"/>
              </a:rPr>
              <a:t> </a:t>
            </a:r>
          </a:p>
          <a:p>
            <a:pPr algn="l">
              <a:spcAft>
                <a:spcPts val="200"/>
              </a:spcAft>
            </a:pPr>
            <a:r>
              <a:rPr sz="2200" b="1">
                <a:solidFill>
                  <a:srgbClr val="2E8B57"/>
                </a:solidFill>
                <a:latin typeface="Calibri Light"/>
              </a:rPr>
              <a:t>100 %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434343"/>
                </a:solidFill>
                <a:latin typeface="Calibri"/>
              </a:rPr>
              <a:t>der US-Kliniken erproben „Ambient"-KI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4846320"/>
            <a:ext cx="9144000" cy="15240"/>
          </a:xfrm>
          <a:prstGeom prst="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4882896"/>
            <a:ext cx="6400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Calibri"/>
              </a:rPr>
              <a:t>Audio KI im OP  ·  vertraulich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4882896"/>
            <a:ext cx="548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>
                <a:solidFill>
                  <a:srgbClr val="556D96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652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556D96"/>
                </a:solidFill>
                <a:latin typeface="Calibri"/>
              </a:rPr>
              <a:t>WETTBEWERB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8229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26529E"/>
                </a:solidFill>
                <a:latin typeface="Calibri Light"/>
              </a:rPr>
              <a:t>Wer macht heute was?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25880"/>
            <a:ext cx="2194560" cy="31750"/>
          </a:xfrm>
          <a:prstGeom prst="rect">
            <a:avLst/>
          </a:prstGeom>
          <a:solidFill>
            <a:srgbClr val="A9B9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554480"/>
          <a:ext cx="8046720" cy="2971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1760"/>
                <a:gridCol w="4114800"/>
                <a:gridCol w="1280160"/>
              </a:tblGrid>
              <a:tr h="371475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Anbieter</a:t>
                      </a:r>
                    </a:p>
                  </a:txBody>
                  <a:tcPr marT="12700" marB="12700" marL="76200" anchor="ctr">
                    <a:solidFill>
                      <a:srgbClr val="26529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Verkauft</a:t>
                      </a:r>
                    </a:p>
                  </a:txBody>
                  <a:tcPr marT="12700" marB="12700" marL="76200" anchor="ctr">
                    <a:solidFill>
                      <a:srgbClr val="26529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OP-Saal?</a:t>
                      </a:r>
                    </a:p>
                  </a:txBody>
                  <a:tcPr marT="12700" marB="12700" marL="76200" anchor="ctr">
                    <a:solidFill>
                      <a:srgbClr val="26529E"/>
                    </a:solidFill>
                  </a:tcPr>
                </a:tc>
              </a:tr>
              <a:tr h="371475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434343"/>
                          </a:solidFill>
                          <a:latin typeface="Calibri"/>
                        </a:rPr>
                        <a:t>Nuance / Microsoft</a:t>
                      </a:r>
                    </a:p>
                  </a:txBody>
                  <a:tcPr marT="12700" marB="12700" marL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434343"/>
                          </a:solidFill>
                          <a:latin typeface="Calibri"/>
                        </a:rPr>
                        <a:t>Arztbrief, Arzt-Patient-Gespräch</a:t>
                      </a:r>
                    </a:p>
                  </a:txBody>
                  <a:tcPr marT="12700" marB="12700" marL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595959"/>
                          </a:solidFill>
                          <a:latin typeface="Calibri"/>
                        </a:rPr>
                        <a:t>Nein</a:t>
                      </a:r>
                    </a:p>
                  </a:txBody>
                  <a:tcPr marT="12700" marB="12700" marL="76200" anchor="ctr">
                    <a:solidFill>
                      <a:srgbClr val="FFFFFF"/>
                    </a:solidFill>
                  </a:tcPr>
                </a:tc>
              </a:tr>
              <a:tr h="371475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434343"/>
                          </a:solidFill>
                          <a:latin typeface="Calibri"/>
                        </a:rPr>
                        <a:t>Solventum (3M)</a:t>
                      </a:r>
                    </a:p>
                  </a:txBody>
                  <a:tcPr marT="12700" marB="12700" marL="76200"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434343"/>
                          </a:solidFill>
                          <a:latin typeface="Calibri"/>
                        </a:rPr>
                        <a:t>Doku in die Klinik-Akte</a:t>
                      </a:r>
                    </a:p>
                  </a:txBody>
                  <a:tcPr marT="12700" marB="12700" marL="76200"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595959"/>
                          </a:solidFill>
                          <a:latin typeface="Calibri"/>
                        </a:rPr>
                        <a:t>Nein</a:t>
                      </a:r>
                    </a:p>
                  </a:txBody>
                  <a:tcPr marT="12700" marB="12700" marL="76200" anchor="ctr">
                    <a:solidFill>
                      <a:srgbClr val="EEEEEE"/>
                    </a:solidFill>
                  </a:tcPr>
                </a:tc>
              </a:tr>
              <a:tr h="371475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434343"/>
                          </a:solidFill>
                          <a:latin typeface="Calibri"/>
                        </a:rPr>
                        <a:t>Philips</a:t>
                      </a:r>
                    </a:p>
                  </a:txBody>
                  <a:tcPr marT="12700" marB="12700" marL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434343"/>
                          </a:solidFill>
                          <a:latin typeface="Calibri"/>
                        </a:rPr>
                        <a:t>Sprach-Engine, Befundung</a:t>
                      </a:r>
                    </a:p>
                  </a:txBody>
                  <a:tcPr marT="12700" marB="12700" marL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595959"/>
                          </a:solidFill>
                          <a:latin typeface="Calibri"/>
                        </a:rPr>
                        <a:t>Nein</a:t>
                      </a:r>
                    </a:p>
                  </a:txBody>
                  <a:tcPr marT="12700" marB="12700" marL="76200" anchor="ctr">
                    <a:solidFill>
                      <a:srgbClr val="FFFFFF"/>
                    </a:solidFill>
                  </a:tcPr>
                </a:tc>
              </a:tr>
              <a:tr h="371475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434343"/>
                          </a:solidFill>
                          <a:latin typeface="Calibri"/>
                        </a:rPr>
                        <a:t>Abridge / Nabla / Suki</a:t>
                      </a:r>
                    </a:p>
                  </a:txBody>
                  <a:tcPr marT="12700" marB="12700" marL="76200"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434343"/>
                          </a:solidFill>
                          <a:latin typeface="Calibri"/>
                        </a:rPr>
                        <a:t>„Ambient" Arzt-Patient-Doku</a:t>
                      </a:r>
                    </a:p>
                  </a:txBody>
                  <a:tcPr marT="12700" marB="12700" marL="76200"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595959"/>
                          </a:solidFill>
                          <a:latin typeface="Calibri"/>
                        </a:rPr>
                        <a:t>Nein</a:t>
                      </a:r>
                    </a:p>
                  </a:txBody>
                  <a:tcPr marT="12700" marB="12700" marL="76200" anchor="ctr">
                    <a:solidFill>
                      <a:srgbClr val="EEEEEE"/>
                    </a:solidFill>
                  </a:tcPr>
                </a:tc>
              </a:tr>
              <a:tr h="371475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434343"/>
                          </a:solidFill>
                          <a:latin typeface="Calibri"/>
                        </a:rPr>
                        <a:t>MediaInterface (DACH)</a:t>
                      </a:r>
                    </a:p>
                  </a:txBody>
                  <a:tcPr marT="12700" marB="12700" marL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434343"/>
                          </a:solidFill>
                          <a:latin typeface="Calibri"/>
                        </a:rPr>
                        <a:t>Diktat „Made in Germany"</a:t>
                      </a:r>
                    </a:p>
                  </a:txBody>
                  <a:tcPr marT="12700" marB="12700" marL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595959"/>
                          </a:solidFill>
                          <a:latin typeface="Calibri"/>
                        </a:rPr>
                        <a:t>Nein</a:t>
                      </a:r>
                    </a:p>
                  </a:txBody>
                  <a:tcPr marT="12700" marB="12700" marL="76200" anchor="ctr">
                    <a:solidFill>
                      <a:srgbClr val="FFFFFF"/>
                    </a:solidFill>
                  </a:tcPr>
                </a:tc>
              </a:tr>
              <a:tr h="371475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434343"/>
                          </a:solidFill>
                          <a:latin typeface="Calibri"/>
                        </a:rPr>
                        <a:t>ORPHEUS (IDM / UKE)</a:t>
                      </a:r>
                    </a:p>
                  </a:txBody>
                  <a:tcPr marT="12700" marB="12700" marL="76200"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434343"/>
                          </a:solidFill>
                          <a:latin typeface="Calibri"/>
                        </a:rPr>
                        <a:t>Med. Spracherkennung, OP-Berichte</a:t>
                      </a:r>
                    </a:p>
                  </a:txBody>
                  <a:tcPr marT="12700" marB="12700" marL="76200"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E0922F"/>
                          </a:solidFill>
                          <a:latin typeface="Calibri"/>
                        </a:rPr>
                        <a:t>Teilw.</a:t>
                      </a:r>
                    </a:p>
                  </a:txBody>
                  <a:tcPr marT="12700" marB="12700" marL="76200" anchor="ctr">
                    <a:solidFill>
                      <a:srgbClr val="EEEEEE"/>
                    </a:solidFill>
                  </a:tcPr>
                </a:tc>
              </a:tr>
              <a:tr h="371475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E5E3A"/>
                          </a:solidFill>
                          <a:latin typeface="Calibri"/>
                        </a:rPr>
                        <a:t>Unsere Idee</a:t>
                      </a:r>
                    </a:p>
                  </a:txBody>
                  <a:tcPr marT="12700" marB="12700" marL="76200" anchor="ctr">
                    <a:solidFill>
                      <a:srgbClr val="E3F1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E5E3A"/>
                          </a:solidFill>
                          <a:latin typeface="Calibri"/>
                        </a:rPr>
                        <a:t>Intraoperative Live-Doku, per API ins KIS</a:t>
                      </a:r>
                    </a:p>
                  </a:txBody>
                  <a:tcPr marT="12700" marB="12700" marL="76200" anchor="ctr">
                    <a:solidFill>
                      <a:srgbClr val="E3F1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2E8B57"/>
                          </a:solidFill>
                          <a:latin typeface="Calibri"/>
                        </a:rPr>
                        <a:t>JA</a:t>
                      </a:r>
                    </a:p>
                  </a:txBody>
                  <a:tcPr marT="12700" marB="12700" marL="76200" anchor="ctr">
                    <a:solidFill>
                      <a:srgbClr val="E3F1E8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4617720"/>
            <a:ext cx="8046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>
                <a:solidFill>
                  <a:srgbClr val="556D96"/>
                </a:solidFill>
                <a:latin typeface="Calibri"/>
              </a:rPr>
              <a:t>Auch ORPHEUS deckt nur OP-Berichte per Diktat ab – sterile Live-Doku + echte KIS-API bleiben frei.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4846320"/>
            <a:ext cx="9144000" cy="15240"/>
          </a:xfrm>
          <a:prstGeom prst="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4882896"/>
            <a:ext cx="6400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Calibri"/>
              </a:rPr>
              <a:t>Audio KI im OP  ·  vertraulich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4882896"/>
            <a:ext cx="548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>
                <a:solidFill>
                  <a:srgbClr val="556D96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652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556D96"/>
                </a:solidFill>
                <a:latin typeface="Calibri"/>
              </a:rPr>
              <a:t>WETTBEWERB IM FOKUS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8229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26529E"/>
                </a:solidFill>
                <a:latin typeface="Calibri Light"/>
              </a:rPr>
              <a:t>ORPHEUS – der relevanteste Player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25880"/>
            <a:ext cx="2194560" cy="31750"/>
          </a:xfrm>
          <a:prstGeom prst="rect">
            <a:avLst/>
          </a:prstGeom>
          <a:solidFill>
            <a:srgbClr val="A9B9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position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7498" y="1463040"/>
            <a:ext cx="4709002" cy="27889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532120" y="1554480"/>
            <a:ext cx="3246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>
                <a:solidFill>
                  <a:srgbClr val="26529E"/>
                </a:solidFill>
                <a:latin typeface="Calibri"/>
              </a:rPr>
              <a:t>Kernaussagen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32120" y="1901952"/>
            <a:ext cx="32461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26529E"/>
                </a:solidFill>
                <a:latin typeface="Calibri"/>
              </a:rPr>
              <a:t>• </a:t>
            </a:r>
            <a:r>
              <a:rPr sz="1200" b="1">
                <a:solidFill>
                  <a:srgbClr val="434343"/>
                </a:solidFill>
                <a:latin typeface="Calibri"/>
              </a:rPr>
              <a:t>Reif &amp; DE-souverän: </a:t>
            </a:r>
            <a:r>
              <a:rPr sz="1100" b="0">
                <a:solidFill>
                  <a:srgbClr val="595959"/>
                </a:solidFill>
                <a:latin typeface="Calibri"/>
              </a:rPr>
              <a:t>UKE + 30+ Kliniken, on-prem/DSGVO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32120" y="2468880"/>
            <a:ext cx="32461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26529E"/>
                </a:solidFill>
                <a:latin typeface="Calibri"/>
              </a:rPr>
              <a:t>• </a:t>
            </a:r>
            <a:r>
              <a:rPr sz="1200" b="1">
                <a:solidFill>
                  <a:srgbClr val="434343"/>
                </a:solidFill>
                <a:latin typeface="Calibri"/>
              </a:rPr>
              <a:t>Aber nur OP-Berichte: </a:t>
            </a:r>
            <a:r>
              <a:rPr sz="1100" b="0">
                <a:solidFill>
                  <a:srgbClr val="595959"/>
                </a:solidFill>
                <a:latin typeface="Calibri"/>
              </a:rPr>
              <a:t>per Diktat – keine sterile Live-Doku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32120" y="3035808"/>
            <a:ext cx="32461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26529E"/>
                </a:solidFill>
                <a:latin typeface="Calibri"/>
              </a:rPr>
              <a:t>• </a:t>
            </a:r>
            <a:r>
              <a:rPr sz="1200" b="1">
                <a:solidFill>
                  <a:srgbClr val="434343"/>
                </a:solidFill>
                <a:latin typeface="Calibri"/>
              </a:rPr>
              <a:t>Keine belegte KIS-API: </a:t>
            </a:r>
            <a:r>
              <a:rPr sz="1100" b="0">
                <a:solidFill>
                  <a:srgbClr val="595959"/>
                </a:solidFill>
                <a:latin typeface="Calibri"/>
              </a:rPr>
              <a:t>„Cursor-überall", kein HL7/FHIR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32120" y="3602736"/>
            <a:ext cx="32461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26529E"/>
                </a:solidFill>
                <a:latin typeface="Calibri"/>
              </a:rPr>
              <a:t>• </a:t>
            </a:r>
            <a:r>
              <a:rPr sz="1200" b="1">
                <a:solidFill>
                  <a:srgbClr val="434343"/>
                </a:solidFill>
                <a:latin typeface="Calibri"/>
              </a:rPr>
              <a:t>Auch Partner möglich: </a:t>
            </a:r>
            <a:r>
              <a:rPr sz="1100" b="0">
                <a:solidFill>
                  <a:srgbClr val="595959"/>
                </a:solidFill>
                <a:latin typeface="Calibri"/>
              </a:rPr>
              <a:t>IDM gemeinnützig &amp; offen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407408"/>
            <a:ext cx="8183879" cy="457200"/>
          </a:xfrm>
          <a:prstGeom prst="rect">
            <a:avLst/>
          </a:prstGeom>
          <a:solidFill>
            <a:srgbClr val="E3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3232" y="4443984"/>
            <a:ext cx="79095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1">
                <a:solidFill>
                  <a:srgbClr val="1E5E3A"/>
                </a:solidFill>
                <a:latin typeface="Calibri"/>
              </a:rPr>
              <a:t>Empfehlung: IDM-Gespräch suchen (Partner/Baustein) und parallel unseren OP-Live-/API-Layer als Moat schärfen.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4846320"/>
            <a:ext cx="9144000" cy="15240"/>
          </a:xfrm>
          <a:prstGeom prst="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4882896"/>
            <a:ext cx="6400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Calibri"/>
              </a:rPr>
              <a:t>Audio KI im OP  ·  vertraulich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4882896"/>
            <a:ext cx="548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>
                <a:solidFill>
                  <a:srgbClr val="556D96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652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556D96"/>
                </a:solidFill>
                <a:latin typeface="Calibri"/>
              </a:rPr>
              <a:t>DIE CHANCE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8229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26529E"/>
                </a:solidFill>
                <a:latin typeface="Calibri Light"/>
              </a:rPr>
              <a:t>Hier ist die Lücke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25880"/>
            <a:ext cx="2194560" cy="31750"/>
          </a:xfrm>
          <a:prstGeom prst="rect">
            <a:avLst/>
          </a:prstGeom>
          <a:solidFill>
            <a:srgbClr val="A9B9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g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4786" y="1481328"/>
            <a:ext cx="5654426" cy="315468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4846320"/>
            <a:ext cx="9144000" cy="15240"/>
          </a:xfrm>
          <a:prstGeom prst="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4882896"/>
            <a:ext cx="6400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Calibri"/>
              </a:rPr>
              <a:t>Audio KI im OP  ·  vertraulich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4882896"/>
            <a:ext cx="548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>
                <a:solidFill>
                  <a:srgbClr val="556D96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652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556D96"/>
                </a:solidFill>
                <a:latin typeface="Calibri"/>
              </a:rPr>
              <a:t>ERWARTETE RÜCKFRAGE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8229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26529E"/>
                </a:solidFill>
                <a:latin typeface="Calibri Light"/>
              </a:rPr>
              <a:t>Wenn die Lücke so gut ist – warum macht es niemand?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25880"/>
            <a:ext cx="2194560" cy="31750"/>
          </a:xfrm>
          <a:prstGeom prst="rect">
            <a:avLst/>
          </a:prstGeom>
          <a:solidFill>
            <a:srgbClr val="A9B9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600200"/>
            <a:ext cx="109728" cy="676656"/>
          </a:xfrm>
          <a:prstGeom prst="rect">
            <a:avLst/>
          </a:prstGeom>
          <a:solidFill>
            <a:srgbClr val="556D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00200"/>
            <a:ext cx="78638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>
                <a:solidFill>
                  <a:srgbClr val="556D96"/>
                </a:solidFill>
                <a:latin typeface="Calibri"/>
              </a:rPr>
              <a:t>Technisch härter:  </a:t>
            </a:r>
            <a:r>
              <a:rPr sz="1250" b="0">
                <a:solidFill>
                  <a:srgbClr val="434343"/>
                </a:solidFill>
                <a:latin typeface="Calibri"/>
              </a:rPr>
              <a:t>Lärm, Mikrofon-Abstand, Masken, mehrere Sprecher. Die Großen holten erst die einfachen Töpfe. → Hürde = Schutz für uns.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386584"/>
            <a:ext cx="109728" cy="676656"/>
          </a:xfrm>
          <a:prstGeom prst="rect">
            <a:avLst/>
          </a:prstGeom>
          <a:solidFill>
            <a:srgbClr val="2652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386584"/>
            <a:ext cx="78638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>
                <a:solidFill>
                  <a:srgbClr val="26529E"/>
                </a:solidFill>
                <a:latin typeface="Calibri"/>
              </a:rPr>
              <a:t>Timing, nicht Desinteresse:  </a:t>
            </a:r>
            <a:r>
              <a:rPr sz="1250" b="0">
                <a:solidFill>
                  <a:srgbClr val="434343"/>
                </a:solidFill>
                <a:latin typeface="Calibri"/>
              </a:rPr>
              <a:t>Die Großen wandern erkennbar Richtung Chirurgie – wir sind nur früher dran. Fenster ~12–24 Monate.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3172968"/>
            <a:ext cx="109728" cy="676656"/>
          </a:xfrm>
          <a:prstGeom prst="rect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3172968"/>
            <a:ext cx="78638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>
                <a:solidFill>
                  <a:srgbClr val="595959"/>
                </a:solidFill>
                <a:latin typeface="Calibri"/>
              </a:rPr>
              <a:t>Regulatorik / Kultur:  </a:t>
            </a:r>
            <a:r>
              <a:rPr sz="1250" b="0">
                <a:solidFill>
                  <a:srgbClr val="434343"/>
                </a:solidFill>
                <a:latin typeface="Calibri"/>
              </a:rPr>
              <a:t>Im OP heikler (Haftung, Betriebsrat). Das echte Risiko – evtl. „OP-Bericht" statt „alles aufzeichnen".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959352"/>
            <a:ext cx="109728" cy="676656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3959352"/>
            <a:ext cx="78638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>
                <a:solidFill>
                  <a:srgbClr val="2E8B57"/>
                </a:solidFill>
                <a:latin typeface="Calibri"/>
              </a:rPr>
              <a:t>Bedarf ist sichtbar:  </a:t>
            </a:r>
            <a:r>
              <a:rPr sz="1250" b="0">
                <a:solidFill>
                  <a:srgbClr val="434343"/>
                </a:solidFill>
                <a:latin typeface="Calibri"/>
              </a:rPr>
              <a:t>UKE baute sich selbst eine Lösung (ORPHEUS), TU München forscht, 98 % einer Umfrage finden es wünschenswert.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4846320"/>
            <a:ext cx="9144000" cy="15240"/>
          </a:xfrm>
          <a:prstGeom prst="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4882896"/>
            <a:ext cx="6400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Calibri"/>
              </a:rPr>
              <a:t>Audio KI im OP  ·  vertraulich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4882896"/>
            <a:ext cx="548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>
                <a:solidFill>
                  <a:srgbClr val="556D96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652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556D96"/>
                </a:solidFill>
                <a:latin typeface="Calibri"/>
              </a:rPr>
              <a:t>VERTRAUEN &amp; RECHT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8229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26529E"/>
                </a:solidFill>
                <a:latin typeface="Calibri Light"/>
              </a:rPr>
              <a:t>Sicherheit ist Pflicht – und Verkaufsargument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25880"/>
            <a:ext cx="2194560" cy="31750"/>
          </a:xfrm>
          <a:prstGeom prst="rect">
            <a:avLst/>
          </a:prstGeom>
          <a:solidFill>
            <a:srgbClr val="A9B9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schutzzie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2353" y="1481328"/>
            <a:ext cx="4459293" cy="26974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74920" y="1572768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>
                <a:solidFill>
                  <a:srgbClr val="26529E"/>
                </a:solidFill>
                <a:latin typeface="Calibri"/>
              </a:rPr>
              <a:t>Was das für unser Produkt heißt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74920" y="1938528"/>
            <a:ext cx="3657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2E8B57"/>
                </a:solidFill>
                <a:latin typeface="Calibri"/>
              </a:rPr>
              <a:t>•  </a:t>
            </a:r>
            <a:r>
              <a:rPr sz="1250" b="1">
                <a:solidFill>
                  <a:srgbClr val="434343"/>
                </a:solidFill>
                <a:latin typeface="Calibri"/>
              </a:rPr>
              <a:t>Sichere, standardisierte API</a:t>
            </a:r>
            <a:r>
              <a:rPr sz="1150" b="0">
                <a:solidFill>
                  <a:srgbClr val="595959"/>
                </a:solidFill>
                <a:latin typeface="Calibri"/>
              </a:rPr>
              <a:t> – genau unser Ansatz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74920" y="2414016"/>
            <a:ext cx="3657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2E8B57"/>
                </a:solidFill>
                <a:latin typeface="Calibri"/>
              </a:rPr>
              <a:t>•  </a:t>
            </a:r>
            <a:r>
              <a:rPr sz="1250" b="1">
                <a:solidFill>
                  <a:srgbClr val="434343"/>
                </a:solidFill>
                <a:latin typeface="Calibri"/>
              </a:rPr>
              <a:t>Ende-zu-Ende-Verschlüsselung</a:t>
            </a:r>
            <a:r>
              <a:rPr sz="1150" b="0">
                <a:solidFill>
                  <a:srgbClr val="595959"/>
                </a:solidFill>
                <a:latin typeface="Calibri"/>
              </a:rPr>
              <a:t> + Pseudonymisierung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74920" y="2889504"/>
            <a:ext cx="3657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2E8B57"/>
                </a:solidFill>
                <a:latin typeface="Calibri"/>
              </a:rPr>
              <a:t>•  </a:t>
            </a:r>
            <a:r>
              <a:rPr sz="1250" b="1">
                <a:solidFill>
                  <a:srgbClr val="434343"/>
                </a:solidFill>
                <a:latin typeface="Calibri"/>
              </a:rPr>
              <a:t>Zero-Trust</a:t>
            </a:r>
            <a:r>
              <a:rPr sz="1150" b="0">
                <a:solidFill>
                  <a:srgbClr val="595959"/>
                </a:solidFill>
                <a:latin typeface="Calibri"/>
              </a:rPr>
              <a:t> &amp; rollenbasierte Zugriffe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74920" y="3364992"/>
            <a:ext cx="3657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2E8B57"/>
                </a:solidFill>
                <a:latin typeface="Calibri"/>
              </a:rPr>
              <a:t>•  </a:t>
            </a:r>
            <a:r>
              <a:rPr sz="1250" b="1">
                <a:solidFill>
                  <a:srgbClr val="434343"/>
                </a:solidFill>
                <a:latin typeface="Calibri"/>
              </a:rPr>
              <a:t>Security by Design / „Shift-left"</a:t>
            </a:r>
            <a:r>
              <a:rPr sz="1150" b="0">
                <a:solidFill>
                  <a:srgbClr val="595959"/>
                </a:solidFill>
                <a:latin typeface="Calibri"/>
              </a:rPr>
              <a:t> – früh = günstiger &amp; schnellere Zulassung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74920" y="3840480"/>
            <a:ext cx="3657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2E8B57"/>
                </a:solidFill>
                <a:latin typeface="Calibri"/>
              </a:rPr>
              <a:t>•  </a:t>
            </a:r>
            <a:r>
              <a:rPr sz="1250" b="1">
                <a:solidFill>
                  <a:srgbClr val="434343"/>
                </a:solidFill>
                <a:latin typeface="Calibri"/>
              </a:rPr>
              <a:t>Normen</a:t>
            </a:r>
            <a:r>
              <a:rPr sz="1150" b="0">
                <a:solidFill>
                  <a:srgbClr val="595959"/>
                </a:solidFill>
                <a:latin typeface="Calibri"/>
              </a:rPr>
              <a:t> : MDR · IEC 81001-5-1 · DSGVO · CRA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4370832"/>
            <a:ext cx="8092440" cy="420624"/>
          </a:xfrm>
          <a:prstGeom prst="rect">
            <a:avLst/>
          </a:prstGeom>
          <a:solidFill>
            <a:srgbClr val="E3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4407408"/>
            <a:ext cx="78638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1">
                <a:solidFill>
                  <a:srgbClr val="1E5E3A"/>
                </a:solidFill>
                <a:latin typeface="Calibri"/>
              </a:rPr>
              <a:t>Gesundheitswesen: 2–3 schwere Ransomware-Angriffe pro Tag (BKA) – Sicherheit schafft Vertrauen und Marktzugang.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4846320"/>
            <a:ext cx="9144000" cy="15240"/>
          </a:xfrm>
          <a:prstGeom prst="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4882896"/>
            <a:ext cx="6400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Calibri"/>
              </a:rPr>
              <a:t>Audio KI im OP  ·  vertraulich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4882896"/>
            <a:ext cx="548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>
                <a:solidFill>
                  <a:srgbClr val="556D96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652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556D96"/>
                </a:solidFill>
                <a:latin typeface="Calibri"/>
              </a:rPr>
              <a:t>VORGEHEN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8229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26529E"/>
                </a:solidFill>
                <a:latin typeface="Calibri Light"/>
              </a:rPr>
              <a:t>Mein Plan: 6 Wochen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25880"/>
            <a:ext cx="2194560" cy="31750"/>
          </a:xfrm>
          <a:prstGeom prst="rect">
            <a:avLst/>
          </a:prstGeom>
          <a:solidFill>
            <a:srgbClr val="A9B9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tim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5606" y="1481328"/>
            <a:ext cx="6092787" cy="30632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4590288"/>
            <a:ext cx="8046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556D96"/>
                </a:solidFill>
                <a:latin typeface="Calibri"/>
              </a:rPr>
              <a:t>Mehrere Klinik-Gespräche, Recht &amp; erste Pilot-Anbahnung – danach klare Go/No-Go-Empfehlung mit Zahlen.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4846320"/>
            <a:ext cx="9144000" cy="15240"/>
          </a:xfrm>
          <a:prstGeom prst="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4882896"/>
            <a:ext cx="6400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Calibri"/>
              </a:rPr>
              <a:t>Audio KI im OP  ·  vertraulich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4882896"/>
            <a:ext cx="548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>
                <a:solidFill>
                  <a:srgbClr val="556D96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652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556D96"/>
                </a:solidFill>
                <a:latin typeface="Calibri"/>
              </a:rPr>
              <a:t>ENTSCHEIDUNG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8229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26529E"/>
                </a:solidFill>
                <a:latin typeface="Calibri Light"/>
              </a:rPr>
              <a:t>Diszipliniert: Go oder No-Go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25880"/>
            <a:ext cx="2194560" cy="31750"/>
          </a:xfrm>
          <a:prstGeom prst="rect">
            <a:avLst/>
          </a:prstGeom>
          <a:solidFill>
            <a:srgbClr val="A9B9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gon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0" y="1463040"/>
            <a:ext cx="5120640" cy="3025611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989320" y="1691640"/>
            <a:ext cx="2743200" cy="2651760"/>
          </a:xfrm>
          <a:prstGeom prst="rect">
            <a:avLst/>
          </a:prstGeom>
          <a:solidFill>
            <a:srgbClr val="EEEEEE"/>
          </a:solidFill>
          <a:ln w="12700">
            <a:solidFill>
              <a:srgbClr val="A9B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72200" y="1828800"/>
            <a:ext cx="242316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26529E"/>
                </a:solidFill>
                <a:latin typeface="Calibri"/>
              </a:rPr>
              <a:t>Was ich von euch brauche</a:t>
            </a:r>
          </a:p>
          <a:p>
            <a:pPr algn="l">
              <a:spcAft>
                <a:spcPts val="300"/>
              </a:spcAft>
            </a:pPr>
            <a:r>
              <a:rPr sz="600" b="0">
                <a:solidFill>
                  <a:srgbClr val="434343"/>
                </a:solidFill>
                <a:latin typeface="Calibri"/>
              </a:rPr>
              <a:t> </a:t>
            </a:r>
          </a:p>
          <a:p>
            <a:pPr algn="l">
              <a:spcAft>
                <a:spcPts val="300"/>
              </a:spcAft>
            </a:pPr>
            <a:r>
              <a:rPr sz="1250" b="0">
                <a:solidFill>
                  <a:srgbClr val="434343"/>
                </a:solidFill>
                <a:latin typeface="Calibri"/>
              </a:rPr>
              <a:t>• Zeit:  ~6 Wochen</a:t>
            </a:r>
          </a:p>
          <a:p>
            <a:pPr algn="l">
              <a:spcAft>
                <a:spcPts val="300"/>
              </a:spcAft>
            </a:pPr>
            <a:r>
              <a:rPr sz="1250" b="0">
                <a:solidFill>
                  <a:srgbClr val="434343"/>
                </a:solidFill>
                <a:latin typeface="Calibri"/>
              </a:rPr>
              <a:t>• Budget:  gering, keine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434343"/>
                </a:solidFill>
                <a:latin typeface="Calibri"/>
              </a:rPr>
              <a:t>   Entwicklung in dieser Phase</a:t>
            </a:r>
          </a:p>
          <a:p>
            <a:pPr algn="l">
              <a:spcAft>
                <a:spcPts val="300"/>
              </a:spcAft>
            </a:pPr>
            <a:r>
              <a:rPr sz="1250" b="0">
                <a:solidFill>
                  <a:srgbClr val="434343"/>
                </a:solidFill>
                <a:latin typeface="Calibri"/>
              </a:rPr>
              <a:t>• Kontakte:  1–2 Kliniken</a:t>
            </a:r>
          </a:p>
          <a:p>
            <a:pPr algn="l">
              <a:spcAft>
                <a:spcPts val="300"/>
              </a:spcAft>
            </a:pPr>
            <a:r>
              <a:rPr sz="800" b="0">
                <a:solidFill>
                  <a:srgbClr val="434343"/>
                </a:solidFill>
                <a:latin typeface="Calibri"/>
              </a:rPr>
              <a:t> </a:t>
            </a:r>
          </a:p>
          <a:p>
            <a:pPr algn="l">
              <a:spcAft>
                <a:spcPts val="300"/>
              </a:spcAft>
            </a:pPr>
            <a:r>
              <a:rPr sz="1250" b="1">
                <a:solidFill>
                  <a:srgbClr val="2E8B57"/>
                </a:solidFill>
                <a:latin typeface="Calibri"/>
              </a:rPr>
              <a:t>„Gebt mir 6 Wochen, dann</a:t>
            </a:r>
          </a:p>
          <a:p>
            <a:pPr algn="l">
              <a:spcAft>
                <a:spcPts val="300"/>
              </a:spcAft>
            </a:pPr>
            <a:r>
              <a:rPr sz="1250" b="1">
                <a:solidFill>
                  <a:srgbClr val="2E8B57"/>
                </a:solidFill>
                <a:latin typeface="Calibri"/>
              </a:rPr>
              <a:t>weiß ich, ob es sich lohnt."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4846320"/>
            <a:ext cx="9144000" cy="15240"/>
          </a:xfrm>
          <a:prstGeom prst="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4882896"/>
            <a:ext cx="6400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Calibri"/>
              </a:rPr>
              <a:t>Audio KI im OP  ·  vertraulich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0" y="4882896"/>
            <a:ext cx="548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>
                <a:solidFill>
                  <a:srgbClr val="556D96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DesignNEGATIV">
  <a:themeElements>
    <a:clrScheme name="Rein Medical">
      <a:dk1>
        <a:srgbClr val="434343"/>
      </a:dk1>
      <a:lt1>
        <a:srgbClr val="FFFFFF"/>
      </a:lt1>
      <a:dk2>
        <a:srgbClr val="595959"/>
      </a:dk2>
      <a:lt2>
        <a:srgbClr val="EEEEEE"/>
      </a:lt2>
      <a:accent1>
        <a:srgbClr val="556D96"/>
      </a:accent1>
      <a:accent2>
        <a:srgbClr val="212121"/>
      </a:accent2>
      <a:accent3>
        <a:srgbClr val="A9B9D3"/>
      </a:accent3>
      <a:accent4>
        <a:srgbClr val="26529E"/>
      </a:accent4>
      <a:accent5>
        <a:srgbClr val="62779B"/>
      </a:accent5>
      <a:accent6>
        <a:srgbClr val="363F4C"/>
      </a:accent6>
      <a:hlink>
        <a:srgbClr val="434343"/>
      </a:hlink>
      <a:folHlink>
        <a:srgbClr val="0097A7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esignNEGATIV" id="{DF9548ED-BB1C-429E-AF89-F056F1548A05}" vid="{D0696DEF-DCB1-4965-AA38-710021A7D0CE}"/>
    </a:ext>
  </a:extLst>
</a:theme>
</file>

<file path=ppt/theme/theme2.xml><?xml version="1.0" encoding="utf-8"?>
<a:theme xmlns:a="http://schemas.openxmlformats.org/drawingml/2006/main" name="REIN_BLUE">
  <a:themeElements>
    <a:clrScheme name="Rein Medical">
      <a:dk1>
        <a:srgbClr val="434343"/>
      </a:dk1>
      <a:lt1>
        <a:srgbClr val="FFFFFF"/>
      </a:lt1>
      <a:dk2>
        <a:srgbClr val="595959"/>
      </a:dk2>
      <a:lt2>
        <a:srgbClr val="EEEEEE"/>
      </a:lt2>
      <a:accent1>
        <a:srgbClr val="556D96"/>
      </a:accent1>
      <a:accent2>
        <a:srgbClr val="212121"/>
      </a:accent2>
      <a:accent3>
        <a:srgbClr val="A9B9D3"/>
      </a:accent3>
      <a:accent4>
        <a:srgbClr val="26529E"/>
      </a:accent4>
      <a:accent5>
        <a:srgbClr val="62779B"/>
      </a:accent5>
      <a:accent6>
        <a:srgbClr val="363F4C"/>
      </a:accent6>
      <a:hlink>
        <a:srgbClr val="434343"/>
      </a:hlink>
      <a:folHlink>
        <a:srgbClr val="0097A7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IN_BLUE" id="{2EA9A8DF-EAA1-4727-95EF-E633F855899F}" vid="{31ABBF81-3A8F-484F-B7FD-2B6370C82CFB}"/>
    </a:ext>
  </a:extLst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DesignNEGATIV</Template>
  <TotalTime>0</TotalTime>
  <Words>81</Words>
  <Application>Microsoft Office PowerPoint</Application>
  <PresentationFormat>Bildschirmpräsentation (16:9)</PresentationFormat>
  <Paragraphs>17</Paragraphs>
  <Slides>3</Slides>
  <Notes>1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6</vt:i4>
      </vt:variant>
      <vt:variant>
        <vt:lpstr>Design</vt:lpstr>
      </vt:variant>
      <vt:variant>
        <vt:i4>2</vt:i4>
      </vt:variant>
      <vt:variant>
        <vt:lpstr>Folientitel</vt:lpstr>
      </vt:variant>
      <vt:variant>
        <vt:i4>3</vt:i4>
      </vt:variant>
    </vt:vector>
  </HeadingPairs>
  <TitlesOfParts>
    <vt:vector size="11" baseType="lpstr">
      <vt:lpstr>Catamaran Light</vt:lpstr>
      <vt:lpstr>Rajdhani</vt:lpstr>
      <vt:lpstr>Arial</vt:lpstr>
      <vt:lpstr>Calibri</vt:lpstr>
      <vt:lpstr>Calibri Light</vt:lpstr>
      <vt:lpstr>Livvic</vt:lpstr>
      <vt:lpstr>1_DesignNEGATIV</vt:lpstr>
      <vt:lpstr>REIN_BLUE</vt:lpstr>
      <vt:lpstr>PowerPoint-Präsentation</vt:lpstr>
      <vt:lpstr>PowerPoint-Präsentation</vt:lpstr>
      <vt:lpstr>PowerPoint-Präsentation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Mona Fels</dc:creator>
  <cp:lastModifiedBy>Sebastian Ueberwolf</cp:lastModifiedBy>
  <cp:revision>183</cp:revision>
  <dcterms:modified xsi:type="dcterms:W3CDTF">2026-06-19T09:22:31Z</dcterms:modified>
</cp:coreProperties>
</file>