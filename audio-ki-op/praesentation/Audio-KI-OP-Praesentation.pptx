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ORPHEUS (IDM / UKE)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 IM FOKUS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ORPHEUS im direkten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Unsere Lösung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Medizinische Spracherkennung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OP-Berichte per Diktat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Sterile, intraoperative Live-Doku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Strukturierte KIS-API (HL7/FHIR)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Auf OP-Akustik optimiert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Reife / Marktverbreitung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✓ ja      ~ teilweise / unklar      ✗ nein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gewinnen nicht über besseres Diktat, sondern über sterile Live-Doku + echte KIS-API.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flexibel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grünes Licht –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dann 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