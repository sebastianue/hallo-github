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92608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ORPHEUS (IDM / Universitätsklinikum Hamburg-Eppendorf)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 IM FOKUS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ORPHEUS im direkten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Unsere Lösung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Medizinische Spracherkennung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OP-Berichte per Diktat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Sterile, intraoperative Live-Doku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Strukturierte KIS-API (HL7/FHIR)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Auf OP-Akustik optimiert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Reife / Marktverbreitung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✓ ja      ~ teilweise / unklar      ✗ nein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gewinnen nicht über besseres Diktat, sondern über sterile Live-Doku + echte KIS-API.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Datenschutz &amp; DSGVO im 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Zwei kritische Punkte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8424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Betriebsrat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Mikrofonaufnahme von Mitarbeitenden ist mitbestimmungspflichtig → Betriebsvereinbarung nötig.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3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7296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Patientendaten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Besondere Kategorie (Art. 9 DSGVO) → Rechtsgrundlage / Einwilligung früh klären.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Unser Datenschutz „by Design"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901952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EU-Hosting / On-Premise – keine Daten außerhalb der 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414016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Pseudonymisierung + Ende-zu-Ende-Verschlüsselung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AVV mit jedem Verarbeiter (Art. 28 DSGVO)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3814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Löschkonzept + Datenminimierung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502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Normen: DSGVO · BDSG · MDR · IEC 81001-5-1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8183879" cy="29260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7909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DSGVO-konform + „Made in Germany" = Verkaufsargument, nicht nur Pflicht.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23" y="1828800"/>
            <a:ext cx="751135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Reihenfolge steht – Terminierung bewusst offen. Start, sobald grünes Licht da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flexibel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grünes Licht –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dann 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